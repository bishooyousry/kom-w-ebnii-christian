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السلايد:
شد الانتباه وقياس تصور المشاركين
نص مقترح للخادم (نقاط موحّدة للإلقاء):
ابدأ بسؤال: آخر مرة شفت حاجة غلط في فصلك أو بيتك، عملت إيه؟ اجمع إجابات سريعة دون إحراج. قل: درسنا مش إننا نبقى مبسوطين طول الوقت، لكن نختار عمل الخير حتى لو الظروف صعبة.
أسئلة/تيسير:
تصويت سريع بالأصابع: 1 أتفرج، 2 أشتكي، 3 أتحرك. تجنب تسمية أشخاص.
الزمن المقترح: 4 دقائق
المصادر والمراجع:
الكتاب المقدس، ترجمة فاندايك، متى 5:16؛ يعقوب 2:17
ملحوظة: الشرح تطبيق تربوي للنصوص الكتابية؛ لا يُقدَّم باعتباره اقتباسًا حرفيًا من أحد الآباء. استخدم نص الكتاب المقدس وفق ترجمة فاندايك المعتمدة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السلايد:
توضيح نواتج تعلم قابلة للملاحظة
نص مقترح للخادم (نقاط موحّدة للإلقاء):
اقرأ الأهداف بلغة بسيطة. أكد أن مقياس نجاحنا ليس الحفظ بل الاختيار والفعل. اربط درس اليوم بالبيت والمدرسة والخدمة.
أسئلة/تيسير:
لا توجد أسئلة إضافية.
الزمن المقترح: 2 دقيقة
المصادر والمراجع:
الكتاب المقدس، ترجمة فاندايك، يعقوب 2:17؛ أفسس 2:10
ملحوظة: الشرح تطبيق تربوي للنصوص الكتابية؛ لا يُقدَّم باعتباره اقتباسًا حرفيًا من أحد الآباء. استخدم نص الكتاب المقدس وفق ترجمة فاندايك المعتمدة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السلايد:
فهم المشكلة والاستجابة الروحية
نص مقترح للخادم (نقاط موحّدة للإلقاء):
احكِ: نحميا كان بعيدًا عن أورشليم، ولما عرف حال السور وحزن الناس، جلس وبكى وصام وصلى. الحزن ليس ضعف إيمان. الإيجابية تبدأ بالصدق مع الواقع والصلاة، وليس إخفاء المشاعر. لا تقل إن نحميا بنى السور وحده.
أسئلة/تيسير:
هل الإيجابي ممنوع يزعل؟ لماذا؟
الزمن المقترح: 5 دقائق
المصادر والمراجع:
الكتاب المقدس، ترجمة فاندايك، نحميا 1:1–11
ملحوظة: الشرح تطبيق تربوي للنصوص الكتابية؛ لا يُقدَّم باعتباره اقتباسًا حرفيًا من أحد الآباء. استخدم نص الكتاب المقدس وفق ترجمة فاندايك المعتمدة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السلايد:
استنتاج أن الإيجابية تخطيط وفعل
نص مقترح للخادم (نقاط موحّدة للإلقاء):
شرح انتقال نحميا من الصلاة إلى طلب إذن الملك والموارد ثم معاينة الأسوار في نحميا 2. الإيجابية ليست تسرعًا ولا تحكمًا في الآخرين، بل مسؤولية وشجاعة وتخطيط تحت إرشاد الله.
أسئلة/تيسير:
ليه نحميا عاين السور قبل ما يطلب من الناس البناء؟
الزمن المقترح: 4 دقائق
المصادر والمراجع:
الكتاب المقدس، ترجمة فاندايك، نحميا 2:1–16
ملحوظة: الشرح تطبيق تربوي للنصوص الكتابية؛ لا يُقدَّم باعتباره اقتباسًا حرفيًا من أحد الآباء. استخدم نص الكتاب المقدس وفق ترجمة فاندايك المعتمدة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السلايد:
ربط المبادرة بالعمل الجماعي والثبات
نص مقترح للخادم (نقاط موحّدة للإلقاء):
اقرأ نحميا 2:17–18 بنص فاندايك أمام الطلاب. اشرح أن نحميا شاف المشكلة ودعا الناس إلى عمل مشترك، والرد على الاستهزاء لم يكن بالعنف، لكن بالثقة في الله والعمل. لا نختزل نجاح العمل في قوة الإنسان وحدها.
أسئلة/تيسير:
لو ناس سخرت من فكرتك تساعد بيها، تعمل إيه؟
الزمن المقترح: 5 دقائق
المصادر والمراجع:
الكتاب المقدس، ترجمة فاندايك، نحميا 2:17–20؛ 4:1–9
ملحوظة: الشرح تطبيق تربوي للنصوص الكتابية؛ لا يُقدَّم باعتباره اقتباسًا حرفيًا من أحد الآباء. استخدم نص الكتاب المقدس وفق ترجمة فاندايك المعتمدة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السلايد:
صياغة تعريف تطبيقي مؤسس كتابيًا
نص مقترح للخادم (نقاط موحّدة للإلقاء):
الإيجابية المسيحية ليست وعدًا أن كل شيء سيتصلح فورًا؛ هي استجابة مسئولة بمحبة وتواضع. استخدم يعقوب 2:17: الإيمان بلا أعمال ميت. واشرح أننا لا نعمل الخير للحصول على قبول الله، بل كثمرة لحياة الإيمان والنعمة.
أسئلة/تيسير:
إيه الفرق بين «أنا متضايق» و«أنا مستسلم»؟
الزمن المقترح: 4 دقائق
المصادر والمراجع:
الكتاب المقدس، ترجمة فاندايك، يعقوب 2:14–18؛ أفسس 2:8–10؛ فيلبي 2:13
ملحوظة: الشرح تطبيق تربوي للنصوص الكتابية؛ لا يُقدَّم باعتباره اقتباسًا حرفيًا من أحد الآباء. استخدم نص الكتاب المقدس وفق ترجمة فاندايك المعتمدة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السلايد:
منع الفهم الخاطئ الذي يضغط على المراهقين
نص مقترح للخادم (نقاط موحّدة للإلقاء):
طمّن الطلبة: الحزن طبيعي، والمسيح بكى عند قبر لعازر. وطلب المساعدة من أب وأم أو خادم أو مسئول عند تنمر شديد أو أذى تصرف شجاع. لا نطلب من طفل مواجهة إساءة أو خطر بنفسه.
أسئلة/تيسير:
متى يجب إبلاغ شخص بالغ موثوق بدل التدخل وحدك؟
الزمن المقترح: 4 دقائق
المصادر والمراجع:
الكتاب المقدس، ترجمة فاندايك، يوحنا 11:35؛ غلاطية 6:2؛ أمثال 11:14
ملحوظة: الشرح تطبيق تربوي للنصوص الكتابية؛ لا يُقدَّم باعتباره اقتباسًا حرفيًا من أحد الآباء. استخدم نص الكتاب المقدس وفق ترجمة فاندايك المعتمدة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السلايد:
ترسيخ نموذج سلوكي قابل للتطبيق
نص مقترح للخادم (نقاط موحّدة للإلقاء):
قدمها كتسهيل تربوي صُمم لهذا الدرس وليس اقتباسًا كنسيًا. مثل: طالب جديد لوحده؛ ألاحظ، أصلي في قلبي وأفكر، أبدأ أسلم عليه وأدخله الحوار. وضح أن «أتحرك» قد تعني طلب مساعدة من بالغ.
أسئلة/تيسير:
اطلب مثالًا واحدًا من الطلبة لكل خطوة.
الزمن المقترح: 3 دقائق
المصادر والمراجع:
الكتاب المقدس، ترجمة فاندايك، نحميا 1–2؛ يعقوب 2:17؛ متى 5:16
ملحوظة: الشرح تطبيق تربوي للنصوص الكتابية؛ لا يُقدَّم باعتباره اقتباسًا حرفيًا من أحد الآباء. استخدم نص الكتاب المقدس وفق ترجمة فاندايك المعتمدة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السلايد:
نقل المفهوم إلى المواقف اليومية
نص مقترح للخادم (نقاط موحّدة للإلقاء):
اسألهم عن موقف شاهدوه دون ذكر أسماء. اذكر أمثلة قصيرة من إعدادي: جروب واتساب ساخر، حد جديد في الاجتماع، مسئولية منزلية، إشاعة. لا تدعو الطلاب لمواجهة متنمرين بشكل خطِر.
أسئلة/تيسير:
أي موقف بيحصل أكتر في حياتنا؟
الزمن المقترح: 4 دقائق
المصادر والمراجع:
الكتاب المقدس، ترجمة فاندايك، متى 5:16؛ فيلبي 2:4؛ غلاطية 6:10
ملحوظة: الشرح تطبيق تربوي للنصوص الكتابية؛ لا يُقدَّم باعتباره اقتباسًا حرفيًا من أحد الآباء. استخدم نص الكتاب المقدس وفق ترجمة فاندايك المعتمدة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السلايد:
الانتقال إلى نشاط تطبيق إلكتروني واحد
نص مقترح للخادم (نقاط موحّدة للإلقاء):
وزع الرابط من ملف README. اطلب من الطلبة اللعب فرادى أو في أزواج. اللعبة لا تجمع بيانات ولا تحتاج تسجيل. اجمع إجابات عامة دون تصنيف الأشخاص كإيجابيين أو سلبيين. اجعل الجميع يناقش لماذا الإجابة أنسب، لا فقط نقاطها.
أسئلة/تيسير:
اسأل: أي اختيار كان أصعب؟
الزمن المقترح: 10–12 دقيقة
المصادر والمراجع:
الكتاب المقدس، ترجمة فاندايك، يعقوب 2:17؛ فيلبي 2:4؛ متى 5:16؛ نحميا 2:17–18
ملحوظة: الشرح تطبيق تربوي للنصوص الكتابية؛ لا يُقدَّم باعتباره اقتباسًا حرفيًا من أحد الآباء. استخدم نص الكتاب المقدس وفق ترجمة فاندايك المعتمدة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السلايد:
استخلاص التعلم من القرارات
نص مقترح للخادم (نقاط موحّدة للإلقاء):
Debrief: دع اثنين يشاركوا من دون فضح أشخاص. اسأل: هل اخترت كلامًا طيبًا فقط أم فعلًا؟ وضح أهمية الحدود والسلامة في حالات التنمر والتحرش والخطر، والإبلاغ عن الأذى ليس وشاية.
أسئلة/تيسير:
اطلب «موقف – قرار – سبب» في 30 ثانية.
الزمن المقترح: 5 دقائق
المصادر والمراجع:
الكتاب المقدس، ترجمة فاندايك، أمثال 11:14؛ غلاطية 6:2؛ يعقوب 2:14–18
ملحوظة: الشرح تطبيق تربوي للنصوص الكتابية؛ لا يُقدَّم باعتباره اقتباسًا حرفيًا من أحد الآباء. استخدم نص الكتاب المقدس وفق ترجمة فاندايك المعتمدة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السلايد:
تحديد الدافع الروحي للعمل الصالح
نص مقترح للخادم (نقاط موحّدة للإلقاء):
اقرأ متى 5:16 إلى نهايتها: فيمجدوا أباكم الذي في السماوات. ناقش الفرق بين خدمة الناس وبين التصوير للاستعراض أو البحث عن لايكات. اربط الإيجابية بالاتضاع والمحبة.
أسئلة/تيسير:
هل كل عمل خير لازم يتصور؟ ولماذا؟
الزمن المقترح: 3 دقائق
المصادر والمراجع:
الكتاب المقدس، ترجمة فاندايك، متى 5:14–16؛ متى 6:1–4
ملحوظة: الشرح تطبيق تربوي للنصوص الكتابية؛ لا يُقدَّم باعتباره اقتباسًا حرفيًا من أحد الآباء. استخدم نص الكتاب المقدس وفق ترجمة فاندايك المعتمدة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السلايد:
نقل المهارة إلى ممارسة خلال 24 ساعة
نص مقترح للخادم (نقاط موحّدة للإلقاء):
اطلب من كل طالب اختيار فعل واحد محدد: مع مين؟ إمتى؟ وإزاي؟ اجعل مشاركة التحدي اختيارية. لا تدفع أحدًا لوصف مشكلة شخصية حساسة. في اللقاء التالي ابدأ بسؤال عام عن تنفيذ التحدي دون إحراج.
أسئلة/تيسير:
ما أصغر خطوة حقيقية هتعملها خلال 24 ساعة؟
الزمن المقترح: 3 دقائق
المصادر والمراجع:
الكتاب المقدس، ترجمة فاندايك، يعقوب 2:17؛ متى 5:16؛ غلاطية 6:10
ملحوظة: الشرح تطبيق تربوي للنصوص الكتابية؛ لا يُقدَّم باعتباره اقتباسًا حرفيًا من أحد الآباء. استخدم نص الكتاب المقدس وفق ترجمة فاندايك المعتمدة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السلايد:
إغلاق روحي وتثبيت الرسالة
نص مقترح للخادم (نقاط موحّدة للإلقاء):
اختم بتلخيص 3 خطوات. صلاة مقترحة: «يا رب يسوع، افتح عيني لاحتياج اللي حواليا، واديني حكمة وشجاعة أعمل الخير بمحبة، وأعرف أطلب مساعدة وقت اللزوم. آمين». لا تحول الدرس إلى منافسة على من عمل خيرًا أكثر.
أسئلة/تيسير:
لا توجد أسئلة إضافية.
الزمن المقترح: 3 دقائق
المصادر والمراجع:
الكتاب المقدس، ترجمة فاندايك، نحميا 2:17–18؛ متى 5:16؛ يعقوب 2:17
ملحوظة: الشرح تطبيق تربوي للنصوص الكتابية؛ لا يُقدَّم باعتباره اقتباسًا حرفيًا من أحد الآباء. استخدم نص الكتاب المقدس وفق ترجمة فاندايك المعتمدة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السلايد:
توضيح المرجعية الكتابية والمنظور الأرثوذكسي
نص مقترح للخادم (نقاط موحّدة للإلقاء):
اقرأ النصوص من ترجمة فاندايك قبل الاجتماع. تمييز لاهوتي: الأعمال الصالحة ثمرة الحياة في المسيح وليست مجرد إنجاز ذاتي. أمثلة نحميا تُستخدم كتطبيق تربوي. جميع السلايدات تحتوي على Notes تفصيلية ومصدر خاص بها.
أسئلة/تيسير:
لا توجد أسئلة إضافية.
الزمن المقترح: لإعداد الخادم فقط
المصادر والمراجع:
الكتاب المقدس، ترجمة فاندايك، نحميا 1–2، 4؛ يعقوب 2:14–18؛ متى 5:14–16؛ أفسس 2:8–10؛ فيلبي 2:13
ملحوظة: الشرح تطبيق تربوي للنصوص الكتابية؛ لا يُقدَّم باعتباره اقتباسًا حرفيًا من أحد الآباء. استخدم نص الكتاب المقدس وفق ترجمة فاندايك المعتمدة في الكنيسة.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8E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EA942"/>
          </a:solidFill>
          <a:ln w="12700">
            <a:solidFill>
              <a:srgbClr val="FEA942">
                <a:alpha val="0"/>
              </a:srgbClr>
            </a:solidFill>
            <a:prstDash val="solid"/>
          </a:ln>
        </p:spPr>
      </p:sp>
      <p:sp>
        <p:nvSpPr>
          <p:cNvPr id="3" name="Text 1"/>
          <p:cNvSpPr/>
          <p:nvPr/>
        </p:nvSpPr>
        <p:spPr>
          <a:xfrm>
            <a:off x="512064" y="256032"/>
            <a:ext cx="5669280" cy="310896"/>
          </a:xfrm>
          <a:prstGeom prst="rect">
            <a:avLst/>
          </a:prstGeom>
          <a:noFill/>
          <a:ln/>
        </p:spPr>
        <p:txBody>
          <a:bodyPr wrap="square" lIns="1143" tIns="1143" rIns="1143" bIns="1143" rtlCol="0" anchor="ctr">
            <a:normAutofit/>
          </a:bodyPr>
          <a:lstStyle/>
          <a:p>
            <a:pPr rtl="1" algn="l" indent="0" marL="0">
              <a:buNone/>
            </a:pPr>
            <a:r>
              <a:rPr lang="en-US" sz="1200" b="1" dirty="0">
                <a:solidFill>
                  <a:srgbClr val="66758C"/>
                </a:solidFill>
                <a:latin typeface="Arial" pitchFamily="34" charset="0"/>
                <a:ea typeface="Arial" pitchFamily="34" charset="-122"/>
                <a:cs typeface="Arial" pitchFamily="34" charset="-120"/>
              </a:rPr>
              <a:t>قوم وابنِ  |  الإيجابية المسيحية</a:t>
            </a:r>
            <a:endParaRPr lang="en-US" sz="1200" dirty="0"/>
          </a:p>
        </p:txBody>
      </p:sp>
      <p:sp>
        <p:nvSpPr>
          <p:cNvPr id="4" name="Shape 2"/>
          <p:cNvSpPr/>
          <p:nvPr/>
        </p:nvSpPr>
        <p:spPr>
          <a:xfrm>
            <a:off x="10607040" y="320040"/>
            <a:ext cx="1024128" cy="393192"/>
          </a:xfrm>
          <a:prstGeom prst="roundRect">
            <a:avLst>
              <a:gd name="adj" fmla="val 30233"/>
            </a:avLst>
          </a:prstGeom>
          <a:solidFill>
            <a:srgbClr val="111D34"/>
          </a:solidFill>
          <a:ln w="12700">
            <a:solidFill>
              <a:srgbClr val="111D34">
                <a:alpha val="0"/>
              </a:srgbClr>
            </a:solidFill>
            <a:prstDash val="solid"/>
          </a:ln>
        </p:spPr>
      </p:sp>
      <p:sp>
        <p:nvSpPr>
          <p:cNvPr id="5" name="Text 3"/>
          <p:cNvSpPr/>
          <p:nvPr/>
        </p:nvSpPr>
        <p:spPr>
          <a:xfrm>
            <a:off x="10835640" y="365760"/>
            <a:ext cx="594360" cy="265176"/>
          </a:xfrm>
          <a:prstGeom prst="rect">
            <a:avLst/>
          </a:prstGeom>
          <a:noFill/>
          <a:ln/>
        </p:spPr>
        <p:txBody>
          <a:bodyPr wrap="square" lIns="1143" tIns="1143" rIns="1143" bIns="1143" rtlCol="0" anchor="ctr">
            <a:normAutofit/>
          </a:bodyPr>
          <a:lstStyle/>
          <a:p>
            <a:pPr rtl="1" algn="ctr" indent="0" marL="0">
              <a:buNone/>
            </a:pPr>
            <a:r>
              <a:rPr lang="en-US" sz="1200" b="1" dirty="0">
                <a:solidFill>
                  <a:srgbClr val="FFFFFF"/>
                </a:solidFill>
                <a:latin typeface="Arial" pitchFamily="34" charset="0"/>
                <a:ea typeface="Arial" pitchFamily="34" charset="-122"/>
                <a:cs typeface="Arial" pitchFamily="34" charset="-120"/>
              </a:rPr>
              <a:t>01</a:t>
            </a:r>
            <a:endParaRPr lang="en-US" sz="1200" dirty="0"/>
          </a:p>
        </p:txBody>
      </p:sp>
      <p:sp>
        <p:nvSpPr>
          <p:cNvPr id="6" name="Text 4"/>
          <p:cNvSpPr/>
          <p:nvPr/>
        </p:nvSpPr>
        <p:spPr>
          <a:xfrm>
            <a:off x="5623560" y="1078992"/>
            <a:ext cx="5888736" cy="731520"/>
          </a:xfrm>
          <a:prstGeom prst="rect">
            <a:avLst/>
          </a:prstGeom>
          <a:noFill/>
          <a:ln/>
        </p:spPr>
        <p:txBody>
          <a:bodyPr wrap="square" lIns="1143" tIns="1143" rIns="1143" bIns="1143" rtlCol="0" anchor="ctr">
            <a:normAutofit/>
          </a:bodyPr>
          <a:lstStyle/>
          <a:p>
            <a:pPr rtl="1" algn="r" indent="0" marL="0">
              <a:buNone/>
            </a:pPr>
            <a:r>
              <a:rPr lang="en-US" sz="3400" b="1" dirty="0">
                <a:solidFill>
                  <a:srgbClr val="182944"/>
                </a:solidFill>
                <a:latin typeface="Arial" pitchFamily="34" charset="0"/>
                <a:ea typeface="Arial" pitchFamily="34" charset="-122"/>
                <a:cs typeface="Arial" pitchFamily="34" charset="-120"/>
              </a:rPr>
              <a:t>الإيجابية مش مجرد ابتسامة</a:t>
            </a:r>
            <a:endParaRPr lang="en-US" sz="3400" dirty="0"/>
          </a:p>
        </p:txBody>
      </p:sp>
      <p:sp>
        <p:nvSpPr>
          <p:cNvPr id="7" name="Shape 5"/>
          <p:cNvSpPr/>
          <p:nvPr/>
        </p:nvSpPr>
        <p:spPr>
          <a:xfrm>
            <a:off x="502920" y="1371600"/>
            <a:ext cx="4846320" cy="4526280"/>
          </a:xfrm>
          <a:prstGeom prst="roundRect">
            <a:avLst>
              <a:gd name="adj" fmla="val 7071"/>
            </a:avLst>
          </a:prstGeom>
          <a:solidFill>
            <a:srgbClr val="DDECF6"/>
          </a:solidFill>
          <a:ln w="12700">
            <a:solidFill>
              <a:srgbClr val="DDECF6">
                <a:alpha val="0"/>
              </a:srgbClr>
            </a:solidFill>
            <a:prstDash val="solid"/>
          </a:ln>
        </p:spPr>
      </p:sp>
      <p:sp>
        <p:nvSpPr>
          <p:cNvPr id="8" name="Shape 6"/>
          <p:cNvSpPr/>
          <p:nvPr/>
        </p:nvSpPr>
        <p:spPr>
          <a:xfrm>
            <a:off x="3474720" y="1874520"/>
            <a:ext cx="1051560" cy="1051560"/>
          </a:xfrm>
          <a:prstGeom prst="ellipse">
            <a:avLst/>
          </a:prstGeom>
          <a:solidFill>
            <a:srgbClr val="C7E0EE"/>
          </a:solidFill>
          <a:ln w="12700">
            <a:solidFill>
              <a:srgbClr val="C7E0EE">
                <a:alpha val="0"/>
              </a:srgbClr>
            </a:solidFill>
            <a:prstDash val="solid"/>
          </a:ln>
        </p:spPr>
      </p:sp>
      <p:sp>
        <p:nvSpPr>
          <p:cNvPr id="9" name="Shape 7"/>
          <p:cNvSpPr/>
          <p:nvPr/>
        </p:nvSpPr>
        <p:spPr>
          <a:xfrm>
            <a:off x="1828800" y="2194560"/>
            <a:ext cx="1645920" cy="1645920"/>
          </a:xfrm>
          <a:prstGeom prst="ellipse">
            <a:avLst/>
          </a:prstGeom>
          <a:solidFill>
            <a:srgbClr val="FEA942"/>
          </a:solidFill>
          <a:ln w="12700">
            <a:solidFill>
              <a:srgbClr val="FEA942">
                <a:alpha val="0"/>
              </a:srgbClr>
            </a:solidFill>
            <a:prstDash val="solid"/>
          </a:ln>
        </p:spPr>
      </p:sp>
      <p:sp>
        <p:nvSpPr>
          <p:cNvPr id="10" name="Shape 8"/>
          <p:cNvSpPr/>
          <p:nvPr/>
        </p:nvSpPr>
        <p:spPr>
          <a:xfrm>
            <a:off x="2304288" y="2670048"/>
            <a:ext cx="658368" cy="658368"/>
          </a:xfrm>
          <a:prstGeom prst="ellipse">
            <a:avLst/>
          </a:prstGeom>
          <a:solidFill>
            <a:srgbClr val="FFF8EC"/>
          </a:solidFill>
          <a:ln w="12700">
            <a:solidFill>
              <a:srgbClr val="FFF8EC">
                <a:alpha val="0"/>
              </a:srgbClr>
            </a:solidFill>
            <a:prstDash val="solid"/>
          </a:ln>
        </p:spPr>
      </p:sp>
      <p:sp>
        <p:nvSpPr>
          <p:cNvPr id="11" name="Shape 9"/>
          <p:cNvSpPr/>
          <p:nvPr/>
        </p:nvSpPr>
        <p:spPr>
          <a:xfrm>
            <a:off x="3420770" y="2834640"/>
            <a:ext cx="502920" cy="502920"/>
          </a:xfrm>
          <a:prstGeom prst="ellipse">
            <a:avLst/>
          </a:prstGeom>
          <a:solidFill>
            <a:srgbClr val="F0C9A8"/>
          </a:solidFill>
          <a:ln w="12700">
            <a:solidFill>
              <a:srgbClr val="F0C9A8">
                <a:alpha val="0"/>
              </a:srgbClr>
            </a:solidFill>
            <a:prstDash val="solid"/>
          </a:ln>
        </p:spPr>
      </p:sp>
      <p:sp>
        <p:nvSpPr>
          <p:cNvPr id="12" name="Shape 10"/>
          <p:cNvSpPr/>
          <p:nvPr/>
        </p:nvSpPr>
        <p:spPr>
          <a:xfrm>
            <a:off x="3290011" y="3367735"/>
            <a:ext cx="754380" cy="865022"/>
          </a:xfrm>
          <a:prstGeom prst="roundRect">
            <a:avLst>
              <a:gd name="adj" fmla="val 19394"/>
            </a:avLst>
          </a:prstGeom>
          <a:solidFill>
            <a:srgbClr val="111D34"/>
          </a:solidFill>
          <a:ln w="12700">
            <a:solidFill>
              <a:srgbClr val="111D34">
                <a:alpha val="0"/>
              </a:srgbClr>
            </a:solidFill>
            <a:prstDash val="solid"/>
          </a:ln>
        </p:spPr>
      </p:sp>
      <p:sp>
        <p:nvSpPr>
          <p:cNvPr id="13" name="Shape 11"/>
          <p:cNvSpPr/>
          <p:nvPr/>
        </p:nvSpPr>
        <p:spPr>
          <a:xfrm>
            <a:off x="3430829" y="4192524"/>
            <a:ext cx="-120701" cy="603504"/>
          </a:xfrm>
          <a:prstGeom prst="line">
            <a:avLst/>
          </a:prstGeom>
          <a:noFill/>
          <a:ln w="125730">
            <a:solidFill>
              <a:srgbClr val="182944"/>
            </a:solidFill>
            <a:prstDash val="solid"/>
            <a:headEnd type="none"/>
          </a:ln>
        </p:spPr>
      </p:sp>
      <p:sp>
        <p:nvSpPr>
          <p:cNvPr id="14" name="Shape 12"/>
          <p:cNvSpPr/>
          <p:nvPr/>
        </p:nvSpPr>
        <p:spPr>
          <a:xfrm>
            <a:off x="3903574" y="4192524"/>
            <a:ext cx="150876" cy="603504"/>
          </a:xfrm>
          <a:prstGeom prst="line">
            <a:avLst/>
          </a:prstGeom>
          <a:noFill/>
          <a:ln w="125730">
            <a:solidFill>
              <a:srgbClr val="182944"/>
            </a:solidFill>
            <a:prstDash val="solid"/>
            <a:headEnd type="none"/>
          </a:ln>
        </p:spPr>
      </p:sp>
      <p:sp>
        <p:nvSpPr>
          <p:cNvPr id="15" name="Shape 13"/>
          <p:cNvSpPr/>
          <p:nvPr/>
        </p:nvSpPr>
        <p:spPr>
          <a:xfrm>
            <a:off x="3310128" y="3518611"/>
            <a:ext cx="-382219" cy="422453"/>
          </a:xfrm>
          <a:prstGeom prst="line">
            <a:avLst/>
          </a:prstGeom>
          <a:noFill/>
          <a:ln w="111760">
            <a:solidFill>
              <a:srgbClr val="F0C9A8"/>
            </a:solidFill>
            <a:prstDash val="solid"/>
            <a:headEnd type="none"/>
          </a:ln>
        </p:spPr>
      </p:sp>
      <p:sp>
        <p:nvSpPr>
          <p:cNvPr id="16" name="Shape 14"/>
          <p:cNvSpPr/>
          <p:nvPr/>
        </p:nvSpPr>
        <p:spPr>
          <a:xfrm>
            <a:off x="4044391" y="3518611"/>
            <a:ext cx="291694" cy="-281635"/>
          </a:xfrm>
          <a:prstGeom prst="line">
            <a:avLst/>
          </a:prstGeom>
          <a:noFill/>
          <a:ln w="111760">
            <a:solidFill>
              <a:srgbClr val="F0C9A8"/>
            </a:solidFill>
            <a:prstDash val="solid"/>
            <a:headEnd type="none"/>
          </a:ln>
        </p:spPr>
      </p:sp>
      <p:sp>
        <p:nvSpPr>
          <p:cNvPr id="17" name="Text 15"/>
          <p:cNvSpPr/>
          <p:nvPr/>
        </p:nvSpPr>
        <p:spPr>
          <a:xfrm>
            <a:off x="5760720" y="1975104"/>
            <a:ext cx="5550408" cy="603504"/>
          </a:xfrm>
          <a:prstGeom prst="rect">
            <a:avLst/>
          </a:prstGeom>
          <a:noFill/>
          <a:ln/>
        </p:spPr>
        <p:txBody>
          <a:bodyPr wrap="square" lIns="1143" tIns="1143" rIns="1143" bIns="1143" rtlCol="0" anchor="ctr">
            <a:normAutofit/>
          </a:bodyPr>
          <a:lstStyle/>
          <a:p>
            <a:pPr rtl="1" algn="r" indent="0" marL="0">
              <a:buNone/>
            </a:pPr>
            <a:r>
              <a:rPr lang="en-US" sz="2500" b="1" dirty="0">
                <a:solidFill>
                  <a:srgbClr val="111D34"/>
                </a:solidFill>
                <a:latin typeface="Arial" pitchFamily="34" charset="0"/>
                <a:ea typeface="Arial" pitchFamily="34" charset="-122"/>
                <a:cs typeface="Arial" pitchFamily="34" charset="-120"/>
              </a:rPr>
              <a:t>لو شايف مشكلة… هتعمل إيه؟</a:t>
            </a:r>
            <a:endParaRPr lang="en-US" sz="2500" dirty="0"/>
          </a:p>
        </p:txBody>
      </p:sp>
      <p:sp>
        <p:nvSpPr>
          <p:cNvPr id="18" name="Shape 16"/>
          <p:cNvSpPr/>
          <p:nvPr/>
        </p:nvSpPr>
        <p:spPr>
          <a:xfrm>
            <a:off x="5925312" y="2761488"/>
            <a:ext cx="5358384" cy="612648"/>
          </a:xfrm>
          <a:prstGeom prst="roundRect">
            <a:avLst>
              <a:gd name="adj" fmla="val 23881"/>
            </a:avLst>
          </a:prstGeom>
          <a:solidFill>
            <a:srgbClr val="F5EBD9"/>
          </a:solidFill>
          <a:ln w="12700">
            <a:solidFill>
              <a:srgbClr val="F5EBD9">
                <a:alpha val="0"/>
              </a:srgbClr>
            </a:solidFill>
            <a:prstDash val="solid"/>
          </a:ln>
        </p:spPr>
      </p:sp>
      <p:sp>
        <p:nvSpPr>
          <p:cNvPr id="19" name="Text 17"/>
          <p:cNvSpPr/>
          <p:nvPr/>
        </p:nvSpPr>
        <p:spPr>
          <a:xfrm>
            <a:off x="6099048" y="2834640"/>
            <a:ext cx="4910328" cy="420624"/>
          </a:xfrm>
          <a:prstGeom prst="rect">
            <a:avLst/>
          </a:prstGeom>
          <a:noFill/>
          <a:ln/>
        </p:spPr>
        <p:txBody>
          <a:bodyPr wrap="square" lIns="1143" tIns="1143" rIns="1143" bIns="1143" rtlCol="0" anchor="ctr">
            <a:normAutofit/>
          </a:bodyPr>
          <a:lstStyle/>
          <a:p>
            <a:pPr rtl="1" algn="r" indent="0" marL="0">
              <a:buNone/>
            </a:pPr>
            <a:r>
              <a:rPr lang="en-US" sz="1900" b="1" dirty="0">
                <a:solidFill>
                  <a:srgbClr val="182944"/>
                </a:solidFill>
                <a:latin typeface="Arial" pitchFamily="34" charset="0"/>
                <a:ea typeface="Arial" pitchFamily="34" charset="-122"/>
                <a:cs typeface="Arial" pitchFamily="34" charset="-120"/>
              </a:rPr>
              <a:t>تتفرج؟</a:t>
            </a:r>
            <a:endParaRPr lang="en-US" sz="1900" dirty="0"/>
          </a:p>
        </p:txBody>
      </p:sp>
      <p:sp>
        <p:nvSpPr>
          <p:cNvPr id="20" name="Shape 18"/>
          <p:cNvSpPr/>
          <p:nvPr/>
        </p:nvSpPr>
        <p:spPr>
          <a:xfrm>
            <a:off x="5925312" y="3511296"/>
            <a:ext cx="5358384" cy="612648"/>
          </a:xfrm>
          <a:prstGeom prst="roundRect">
            <a:avLst>
              <a:gd name="adj" fmla="val 23881"/>
            </a:avLst>
          </a:prstGeom>
          <a:solidFill>
            <a:srgbClr val="FFFFFF"/>
          </a:solidFill>
          <a:ln w="12700">
            <a:solidFill>
              <a:srgbClr val="FFFFFF">
                <a:alpha val="0"/>
              </a:srgbClr>
            </a:solidFill>
            <a:prstDash val="solid"/>
          </a:ln>
        </p:spPr>
      </p:sp>
      <p:sp>
        <p:nvSpPr>
          <p:cNvPr id="21" name="Text 19"/>
          <p:cNvSpPr/>
          <p:nvPr/>
        </p:nvSpPr>
        <p:spPr>
          <a:xfrm>
            <a:off x="6099048" y="3584448"/>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تشتكي؟</a:t>
            </a:r>
            <a:endParaRPr lang="en-US" sz="1900" dirty="0"/>
          </a:p>
        </p:txBody>
      </p:sp>
      <p:sp>
        <p:nvSpPr>
          <p:cNvPr id="22" name="Shape 20"/>
          <p:cNvSpPr/>
          <p:nvPr/>
        </p:nvSpPr>
        <p:spPr>
          <a:xfrm>
            <a:off x="5925312" y="4261104"/>
            <a:ext cx="5358384" cy="612648"/>
          </a:xfrm>
          <a:prstGeom prst="roundRect">
            <a:avLst>
              <a:gd name="adj" fmla="val 23881"/>
            </a:avLst>
          </a:prstGeom>
          <a:solidFill>
            <a:srgbClr val="F5EBD9"/>
          </a:solidFill>
          <a:ln w="12700">
            <a:solidFill>
              <a:srgbClr val="F5EBD9">
                <a:alpha val="0"/>
              </a:srgbClr>
            </a:solidFill>
            <a:prstDash val="solid"/>
          </a:ln>
        </p:spPr>
      </p:sp>
      <p:sp>
        <p:nvSpPr>
          <p:cNvPr id="23" name="Text 21"/>
          <p:cNvSpPr/>
          <p:nvPr/>
        </p:nvSpPr>
        <p:spPr>
          <a:xfrm>
            <a:off x="6099048" y="4334256"/>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ولا تبدأ بخطوة صغيرة؟</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EA942"/>
          </a:solidFill>
          <a:ln w="12700">
            <a:solidFill>
              <a:srgbClr val="FEA942">
                <a:alpha val="0"/>
              </a:srgbClr>
            </a:solidFill>
            <a:prstDash val="solid"/>
          </a:ln>
        </p:spPr>
      </p:sp>
      <p:sp>
        <p:nvSpPr>
          <p:cNvPr id="3" name="Text 1"/>
          <p:cNvSpPr/>
          <p:nvPr/>
        </p:nvSpPr>
        <p:spPr>
          <a:xfrm>
            <a:off x="512064" y="256032"/>
            <a:ext cx="5669280" cy="310896"/>
          </a:xfrm>
          <a:prstGeom prst="rect">
            <a:avLst/>
          </a:prstGeom>
          <a:noFill/>
          <a:ln/>
        </p:spPr>
        <p:txBody>
          <a:bodyPr wrap="square" lIns="1143" tIns="1143" rIns="1143" bIns="1143" rtlCol="0" anchor="ctr">
            <a:normAutofit/>
          </a:bodyPr>
          <a:lstStyle/>
          <a:p>
            <a:pPr rtl="1" algn="l" indent="0" marL="0">
              <a:buNone/>
            </a:pPr>
            <a:r>
              <a:rPr lang="en-US" sz="1200" b="1" dirty="0">
                <a:solidFill>
                  <a:srgbClr val="66758C"/>
                </a:solidFill>
                <a:latin typeface="Arial" pitchFamily="34" charset="0"/>
                <a:ea typeface="Arial" pitchFamily="34" charset="-122"/>
                <a:cs typeface="Arial" pitchFamily="34" charset="-120"/>
              </a:rPr>
              <a:t>قوم وابنِ  |  الإيجابية المسيحية</a:t>
            </a:r>
            <a:endParaRPr lang="en-US" sz="1200" dirty="0"/>
          </a:p>
        </p:txBody>
      </p:sp>
      <p:sp>
        <p:nvSpPr>
          <p:cNvPr id="4" name="Shape 2"/>
          <p:cNvSpPr/>
          <p:nvPr/>
        </p:nvSpPr>
        <p:spPr>
          <a:xfrm>
            <a:off x="10607040" y="320040"/>
            <a:ext cx="1024128" cy="393192"/>
          </a:xfrm>
          <a:prstGeom prst="roundRect">
            <a:avLst>
              <a:gd name="adj" fmla="val 30233"/>
            </a:avLst>
          </a:prstGeom>
          <a:solidFill>
            <a:srgbClr val="111D34"/>
          </a:solidFill>
          <a:ln w="12700">
            <a:solidFill>
              <a:srgbClr val="111D34">
                <a:alpha val="0"/>
              </a:srgbClr>
            </a:solidFill>
            <a:prstDash val="solid"/>
          </a:ln>
        </p:spPr>
      </p:sp>
      <p:sp>
        <p:nvSpPr>
          <p:cNvPr id="5" name="Text 3"/>
          <p:cNvSpPr/>
          <p:nvPr/>
        </p:nvSpPr>
        <p:spPr>
          <a:xfrm>
            <a:off x="10835640" y="365760"/>
            <a:ext cx="594360" cy="265176"/>
          </a:xfrm>
          <a:prstGeom prst="rect">
            <a:avLst/>
          </a:prstGeom>
          <a:noFill/>
          <a:ln/>
        </p:spPr>
        <p:txBody>
          <a:bodyPr wrap="square" lIns="1143" tIns="1143" rIns="1143" bIns="1143" rtlCol="0" anchor="ctr">
            <a:normAutofit/>
          </a:bodyPr>
          <a:lstStyle/>
          <a:p>
            <a:pPr rtl="1" algn="ctr" indent="0" marL="0">
              <a:buNone/>
            </a:pPr>
            <a:r>
              <a:rPr lang="en-US" sz="1200" b="1" dirty="0">
                <a:solidFill>
                  <a:srgbClr val="FFFFFF"/>
                </a:solidFill>
                <a:latin typeface="Arial" pitchFamily="34" charset="0"/>
                <a:ea typeface="Arial" pitchFamily="34" charset="-122"/>
                <a:cs typeface="Arial" pitchFamily="34" charset="-120"/>
              </a:rPr>
              <a:t>02</a:t>
            </a:r>
            <a:endParaRPr lang="en-US" sz="1200" dirty="0"/>
          </a:p>
        </p:txBody>
      </p:sp>
      <p:sp>
        <p:nvSpPr>
          <p:cNvPr id="6" name="Text 4"/>
          <p:cNvSpPr/>
          <p:nvPr/>
        </p:nvSpPr>
        <p:spPr>
          <a:xfrm>
            <a:off x="5623560" y="1078992"/>
            <a:ext cx="5888736" cy="731520"/>
          </a:xfrm>
          <a:prstGeom prst="rect">
            <a:avLst/>
          </a:prstGeom>
          <a:noFill/>
          <a:ln/>
        </p:spPr>
        <p:txBody>
          <a:bodyPr wrap="square" lIns="1143" tIns="1143" rIns="1143" bIns="1143" rtlCol="0" anchor="ctr">
            <a:normAutofit/>
          </a:bodyPr>
          <a:lstStyle/>
          <a:p>
            <a:pPr rtl="1" algn="r" indent="0" marL="0">
              <a:buNone/>
            </a:pPr>
            <a:r>
              <a:rPr lang="en-US" sz="3400" b="1" dirty="0">
                <a:solidFill>
                  <a:srgbClr val="182944"/>
                </a:solidFill>
                <a:latin typeface="Arial" pitchFamily="34" charset="0"/>
                <a:ea typeface="Arial" pitchFamily="34" charset="-122"/>
                <a:cs typeface="Arial" pitchFamily="34" charset="-120"/>
              </a:rPr>
              <a:t>هدفنا النهارده</a:t>
            </a:r>
            <a:endParaRPr lang="en-US" sz="3400" dirty="0"/>
          </a:p>
        </p:txBody>
      </p:sp>
      <p:sp>
        <p:nvSpPr>
          <p:cNvPr id="7" name="Shape 5"/>
          <p:cNvSpPr/>
          <p:nvPr/>
        </p:nvSpPr>
        <p:spPr>
          <a:xfrm>
            <a:off x="502920" y="1371600"/>
            <a:ext cx="4846320" cy="4526280"/>
          </a:xfrm>
          <a:prstGeom prst="roundRect">
            <a:avLst>
              <a:gd name="adj" fmla="val 7071"/>
            </a:avLst>
          </a:prstGeom>
          <a:solidFill>
            <a:srgbClr val="DDECF6"/>
          </a:solidFill>
          <a:ln w="12700">
            <a:solidFill>
              <a:srgbClr val="DDECF6">
                <a:alpha val="0"/>
              </a:srgbClr>
            </a:solidFill>
            <a:prstDash val="solid"/>
          </a:ln>
        </p:spPr>
      </p:sp>
      <p:sp>
        <p:nvSpPr>
          <p:cNvPr id="8" name="Shape 6"/>
          <p:cNvSpPr/>
          <p:nvPr/>
        </p:nvSpPr>
        <p:spPr>
          <a:xfrm>
            <a:off x="3474720" y="1874520"/>
            <a:ext cx="1051560" cy="1051560"/>
          </a:xfrm>
          <a:prstGeom prst="ellipse">
            <a:avLst/>
          </a:prstGeom>
          <a:solidFill>
            <a:srgbClr val="C7E0EE"/>
          </a:solidFill>
          <a:ln w="12700">
            <a:solidFill>
              <a:srgbClr val="C7E0EE">
                <a:alpha val="0"/>
              </a:srgbClr>
            </a:solidFill>
            <a:prstDash val="solid"/>
          </a:ln>
        </p:spPr>
      </p:sp>
      <p:sp>
        <p:nvSpPr>
          <p:cNvPr id="9" name="Shape 7"/>
          <p:cNvSpPr/>
          <p:nvPr/>
        </p:nvSpPr>
        <p:spPr>
          <a:xfrm>
            <a:off x="1986077" y="2194560"/>
            <a:ext cx="548640" cy="548640"/>
          </a:xfrm>
          <a:prstGeom prst="ellipse">
            <a:avLst/>
          </a:prstGeom>
          <a:solidFill>
            <a:srgbClr val="F0C9A8"/>
          </a:solidFill>
          <a:ln w="12700">
            <a:solidFill>
              <a:srgbClr val="F0C9A8">
                <a:alpha val="0"/>
              </a:srgbClr>
            </a:solidFill>
            <a:prstDash val="solid"/>
          </a:ln>
        </p:spPr>
      </p:sp>
      <p:sp>
        <p:nvSpPr>
          <p:cNvPr id="10" name="Shape 8"/>
          <p:cNvSpPr/>
          <p:nvPr/>
        </p:nvSpPr>
        <p:spPr>
          <a:xfrm>
            <a:off x="1843430" y="2776118"/>
            <a:ext cx="822960" cy="943661"/>
          </a:xfrm>
          <a:prstGeom prst="roundRect">
            <a:avLst>
              <a:gd name="adj" fmla="val 17778"/>
            </a:avLst>
          </a:prstGeom>
          <a:solidFill>
            <a:srgbClr val="FEA942"/>
          </a:solidFill>
          <a:ln w="12700">
            <a:solidFill>
              <a:srgbClr val="FEA942">
                <a:alpha val="0"/>
              </a:srgbClr>
            </a:solidFill>
            <a:prstDash val="solid"/>
          </a:ln>
        </p:spPr>
      </p:sp>
      <p:sp>
        <p:nvSpPr>
          <p:cNvPr id="11" name="Shape 9"/>
          <p:cNvSpPr/>
          <p:nvPr/>
        </p:nvSpPr>
        <p:spPr>
          <a:xfrm>
            <a:off x="1997050" y="3675888"/>
            <a:ext cx="-131674" cy="658368"/>
          </a:xfrm>
          <a:prstGeom prst="line">
            <a:avLst/>
          </a:prstGeom>
          <a:noFill/>
          <a:ln w="137160">
            <a:solidFill>
              <a:srgbClr val="182944"/>
            </a:solidFill>
            <a:prstDash val="solid"/>
            <a:headEnd type="none"/>
          </a:ln>
        </p:spPr>
      </p:sp>
      <p:sp>
        <p:nvSpPr>
          <p:cNvPr id="12" name="Shape 10"/>
          <p:cNvSpPr/>
          <p:nvPr/>
        </p:nvSpPr>
        <p:spPr>
          <a:xfrm>
            <a:off x="2512771" y="3675888"/>
            <a:ext cx="164592" cy="658368"/>
          </a:xfrm>
          <a:prstGeom prst="line">
            <a:avLst/>
          </a:prstGeom>
          <a:noFill/>
          <a:ln w="137160">
            <a:solidFill>
              <a:srgbClr val="182944"/>
            </a:solidFill>
            <a:prstDash val="solid"/>
            <a:headEnd type="none"/>
          </a:ln>
        </p:spPr>
      </p:sp>
      <p:sp>
        <p:nvSpPr>
          <p:cNvPr id="13" name="Shape 11"/>
          <p:cNvSpPr/>
          <p:nvPr/>
        </p:nvSpPr>
        <p:spPr>
          <a:xfrm>
            <a:off x="1865376" y="2940710"/>
            <a:ext cx="-416966" cy="460858"/>
          </a:xfrm>
          <a:prstGeom prst="line">
            <a:avLst/>
          </a:prstGeom>
          <a:noFill/>
          <a:ln w="121920">
            <a:solidFill>
              <a:srgbClr val="F0C9A8"/>
            </a:solidFill>
            <a:prstDash val="solid"/>
            <a:headEnd type="none"/>
          </a:ln>
        </p:spPr>
      </p:sp>
      <p:sp>
        <p:nvSpPr>
          <p:cNvPr id="14" name="Shape 12"/>
          <p:cNvSpPr/>
          <p:nvPr/>
        </p:nvSpPr>
        <p:spPr>
          <a:xfrm>
            <a:off x="2666390" y="2940710"/>
            <a:ext cx="318211" cy="-307238"/>
          </a:xfrm>
          <a:prstGeom prst="line">
            <a:avLst/>
          </a:prstGeom>
          <a:noFill/>
          <a:ln w="121920">
            <a:solidFill>
              <a:srgbClr val="F0C9A8"/>
            </a:solidFill>
            <a:prstDash val="solid"/>
            <a:headEnd type="none"/>
          </a:ln>
        </p:spPr>
      </p:sp>
      <p:sp>
        <p:nvSpPr>
          <p:cNvPr id="15" name="Shape 13"/>
          <p:cNvSpPr/>
          <p:nvPr/>
        </p:nvSpPr>
        <p:spPr>
          <a:xfrm>
            <a:off x="3749040" y="2926080"/>
            <a:ext cx="822960" cy="822960"/>
          </a:xfrm>
          <a:prstGeom prst="ellipse">
            <a:avLst/>
          </a:prstGeom>
          <a:solidFill>
            <a:srgbClr val="D8F2E7"/>
          </a:solidFill>
          <a:ln w="12700">
            <a:solidFill>
              <a:srgbClr val="D8F2E7">
                <a:alpha val="0"/>
              </a:srgbClr>
            </a:solidFill>
            <a:prstDash val="solid"/>
          </a:ln>
        </p:spPr>
      </p:sp>
      <p:sp>
        <p:nvSpPr>
          <p:cNvPr id="16" name="Text 14"/>
          <p:cNvSpPr/>
          <p:nvPr/>
        </p:nvSpPr>
        <p:spPr>
          <a:xfrm>
            <a:off x="3803904" y="2980944"/>
            <a:ext cx="594360" cy="457200"/>
          </a:xfrm>
          <a:prstGeom prst="rect">
            <a:avLst/>
          </a:prstGeom>
          <a:noFill/>
          <a:ln/>
        </p:spPr>
        <p:txBody>
          <a:bodyPr wrap="square" lIns="1143" tIns="1143" rIns="1143" bIns="1143" rtlCol="0" anchor="ctr">
            <a:normAutofit/>
          </a:bodyPr>
          <a:lstStyle/>
          <a:p>
            <a:pPr rtl="1" algn="ctr" indent="0" marL="0">
              <a:buNone/>
            </a:pPr>
            <a:r>
              <a:rPr lang="en-US" sz="2600" b="1" dirty="0">
                <a:solidFill>
                  <a:srgbClr val="187B61"/>
                </a:solidFill>
                <a:latin typeface="Arial" pitchFamily="34" charset="0"/>
                <a:ea typeface="Arial" pitchFamily="34" charset="-122"/>
                <a:cs typeface="Arial" pitchFamily="34" charset="-120"/>
              </a:rPr>
              <a:t>✓</a:t>
            </a:r>
            <a:endParaRPr lang="en-US" sz="2600" dirty="0"/>
          </a:p>
        </p:txBody>
      </p:sp>
      <p:sp>
        <p:nvSpPr>
          <p:cNvPr id="17" name="Text 15"/>
          <p:cNvSpPr/>
          <p:nvPr/>
        </p:nvSpPr>
        <p:spPr>
          <a:xfrm>
            <a:off x="5760720" y="1975104"/>
            <a:ext cx="5550408" cy="603504"/>
          </a:xfrm>
          <a:prstGeom prst="rect">
            <a:avLst/>
          </a:prstGeom>
          <a:noFill/>
          <a:ln/>
        </p:spPr>
        <p:txBody>
          <a:bodyPr wrap="square" lIns="1143" tIns="1143" rIns="1143" bIns="1143" rtlCol="0" anchor="ctr">
            <a:normAutofit/>
          </a:bodyPr>
          <a:lstStyle/>
          <a:p>
            <a:pPr rtl="1" algn="r" indent="0" marL="0">
              <a:buNone/>
            </a:pPr>
            <a:r>
              <a:rPr lang="en-US" sz="2500" b="1" dirty="0">
                <a:solidFill>
                  <a:srgbClr val="111D34"/>
                </a:solidFill>
                <a:latin typeface="Arial" pitchFamily="34" charset="0"/>
                <a:ea typeface="Arial" pitchFamily="34" charset="-122"/>
                <a:cs typeface="Arial" pitchFamily="34" charset="-120"/>
              </a:rPr>
              <a:t>في نهاية الدرس هتقدر:</a:t>
            </a:r>
            <a:endParaRPr lang="en-US" sz="2500" dirty="0"/>
          </a:p>
        </p:txBody>
      </p:sp>
      <p:sp>
        <p:nvSpPr>
          <p:cNvPr id="18" name="Shape 16"/>
          <p:cNvSpPr/>
          <p:nvPr/>
        </p:nvSpPr>
        <p:spPr>
          <a:xfrm>
            <a:off x="5925312" y="2761488"/>
            <a:ext cx="5358384" cy="612648"/>
          </a:xfrm>
          <a:prstGeom prst="roundRect">
            <a:avLst>
              <a:gd name="adj" fmla="val 23881"/>
            </a:avLst>
          </a:prstGeom>
          <a:solidFill>
            <a:srgbClr val="F5EBD9"/>
          </a:solidFill>
          <a:ln w="12700">
            <a:solidFill>
              <a:srgbClr val="F5EBD9">
                <a:alpha val="0"/>
              </a:srgbClr>
            </a:solidFill>
            <a:prstDash val="solid"/>
          </a:ln>
        </p:spPr>
      </p:sp>
      <p:sp>
        <p:nvSpPr>
          <p:cNvPr id="19" name="Text 17"/>
          <p:cNvSpPr/>
          <p:nvPr/>
        </p:nvSpPr>
        <p:spPr>
          <a:xfrm>
            <a:off x="6099048" y="2834640"/>
            <a:ext cx="4910328" cy="420624"/>
          </a:xfrm>
          <a:prstGeom prst="rect">
            <a:avLst/>
          </a:prstGeom>
          <a:noFill/>
          <a:ln/>
        </p:spPr>
        <p:txBody>
          <a:bodyPr wrap="square" lIns="1143" tIns="1143" rIns="1143" bIns="1143" rtlCol="0" anchor="ctr">
            <a:normAutofit/>
          </a:bodyPr>
          <a:lstStyle/>
          <a:p>
            <a:pPr rtl="1" algn="r" indent="0" marL="0">
              <a:buNone/>
            </a:pPr>
            <a:r>
              <a:rPr lang="en-US" sz="1900" b="1" dirty="0">
                <a:solidFill>
                  <a:srgbClr val="182944"/>
                </a:solidFill>
                <a:latin typeface="Arial" pitchFamily="34" charset="0"/>
                <a:ea typeface="Arial" pitchFamily="34" charset="-122"/>
                <a:cs typeface="Arial" pitchFamily="34" charset="-120"/>
              </a:rPr>
              <a:t>تميز الإيجابية عن الإنكار</a:t>
            </a:r>
            <a:endParaRPr lang="en-US" sz="1900" dirty="0"/>
          </a:p>
        </p:txBody>
      </p:sp>
      <p:sp>
        <p:nvSpPr>
          <p:cNvPr id="20" name="Shape 18"/>
          <p:cNvSpPr/>
          <p:nvPr/>
        </p:nvSpPr>
        <p:spPr>
          <a:xfrm>
            <a:off x="5925312" y="3511296"/>
            <a:ext cx="5358384" cy="612648"/>
          </a:xfrm>
          <a:prstGeom prst="roundRect">
            <a:avLst>
              <a:gd name="adj" fmla="val 23881"/>
            </a:avLst>
          </a:prstGeom>
          <a:solidFill>
            <a:srgbClr val="FFFFFF"/>
          </a:solidFill>
          <a:ln w="12700">
            <a:solidFill>
              <a:srgbClr val="FFFFFF">
                <a:alpha val="0"/>
              </a:srgbClr>
            </a:solidFill>
            <a:prstDash val="solid"/>
          </a:ln>
        </p:spPr>
      </p:sp>
      <p:sp>
        <p:nvSpPr>
          <p:cNvPr id="21" name="Text 19"/>
          <p:cNvSpPr/>
          <p:nvPr/>
        </p:nvSpPr>
        <p:spPr>
          <a:xfrm>
            <a:off x="6099048" y="3584448"/>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تتعلم من نحميا 3 خطوات</a:t>
            </a:r>
            <a:endParaRPr lang="en-US" sz="1900" dirty="0"/>
          </a:p>
        </p:txBody>
      </p:sp>
      <p:sp>
        <p:nvSpPr>
          <p:cNvPr id="22" name="Shape 20"/>
          <p:cNvSpPr/>
          <p:nvPr/>
        </p:nvSpPr>
        <p:spPr>
          <a:xfrm>
            <a:off x="5925312" y="4261104"/>
            <a:ext cx="5358384" cy="612648"/>
          </a:xfrm>
          <a:prstGeom prst="roundRect">
            <a:avLst>
              <a:gd name="adj" fmla="val 23881"/>
            </a:avLst>
          </a:prstGeom>
          <a:solidFill>
            <a:srgbClr val="F5EBD9"/>
          </a:solidFill>
          <a:ln w="12700">
            <a:solidFill>
              <a:srgbClr val="F5EBD9">
                <a:alpha val="0"/>
              </a:srgbClr>
            </a:solidFill>
            <a:prstDash val="solid"/>
          </a:ln>
        </p:spPr>
      </p:sp>
      <p:sp>
        <p:nvSpPr>
          <p:cNvPr id="23" name="Text 21"/>
          <p:cNvSpPr/>
          <p:nvPr/>
        </p:nvSpPr>
        <p:spPr>
          <a:xfrm>
            <a:off x="6099048" y="4334256"/>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تختار تصرفًا إيجابيًا في موقف حقيقي</a:t>
            </a:r>
            <a:endParaRPr lang="en-US" sz="1900" dirty="0"/>
          </a:p>
        </p:txBody>
      </p:sp>
      <p:sp>
        <p:nvSpPr>
          <p:cNvPr id="24" name="Shape 22"/>
          <p:cNvSpPr/>
          <p:nvPr/>
        </p:nvSpPr>
        <p:spPr>
          <a:xfrm>
            <a:off x="5925312" y="5010912"/>
            <a:ext cx="5358384" cy="612648"/>
          </a:xfrm>
          <a:prstGeom prst="roundRect">
            <a:avLst>
              <a:gd name="adj" fmla="val 23881"/>
            </a:avLst>
          </a:prstGeom>
          <a:solidFill>
            <a:srgbClr val="FFFFFF"/>
          </a:solidFill>
          <a:ln w="12700">
            <a:solidFill>
              <a:srgbClr val="FFFFFF">
                <a:alpha val="0"/>
              </a:srgbClr>
            </a:solidFill>
            <a:prstDash val="solid"/>
          </a:ln>
        </p:spPr>
      </p:sp>
      <p:sp>
        <p:nvSpPr>
          <p:cNvPr id="25" name="Text 23"/>
          <p:cNvSpPr/>
          <p:nvPr/>
        </p:nvSpPr>
        <p:spPr>
          <a:xfrm>
            <a:off x="6099048" y="5084064"/>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تلتزم بخطوة خير خلال 24 ساعة</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E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EA942"/>
          </a:solidFill>
          <a:ln w="12700">
            <a:solidFill>
              <a:srgbClr val="FEA942">
                <a:alpha val="0"/>
              </a:srgbClr>
            </a:solidFill>
            <a:prstDash val="solid"/>
          </a:ln>
        </p:spPr>
      </p:sp>
      <p:sp>
        <p:nvSpPr>
          <p:cNvPr id="3" name="Text 1"/>
          <p:cNvSpPr/>
          <p:nvPr/>
        </p:nvSpPr>
        <p:spPr>
          <a:xfrm>
            <a:off x="512064" y="256032"/>
            <a:ext cx="5669280" cy="310896"/>
          </a:xfrm>
          <a:prstGeom prst="rect">
            <a:avLst/>
          </a:prstGeom>
          <a:noFill/>
          <a:ln/>
        </p:spPr>
        <p:txBody>
          <a:bodyPr wrap="square" lIns="1143" tIns="1143" rIns="1143" bIns="1143" rtlCol="0" anchor="ctr">
            <a:normAutofit/>
          </a:bodyPr>
          <a:lstStyle/>
          <a:p>
            <a:pPr rtl="1" algn="l" indent="0" marL="0">
              <a:buNone/>
            </a:pPr>
            <a:r>
              <a:rPr lang="en-US" sz="1200" b="1" dirty="0">
                <a:solidFill>
                  <a:srgbClr val="66758C"/>
                </a:solidFill>
                <a:latin typeface="Arial" pitchFamily="34" charset="0"/>
                <a:ea typeface="Arial" pitchFamily="34" charset="-122"/>
                <a:cs typeface="Arial" pitchFamily="34" charset="-120"/>
              </a:rPr>
              <a:t>قوم وابنِ  |  الإيجابية المسيحية</a:t>
            </a:r>
            <a:endParaRPr lang="en-US" sz="1200" dirty="0"/>
          </a:p>
        </p:txBody>
      </p:sp>
      <p:sp>
        <p:nvSpPr>
          <p:cNvPr id="4" name="Shape 2"/>
          <p:cNvSpPr/>
          <p:nvPr/>
        </p:nvSpPr>
        <p:spPr>
          <a:xfrm>
            <a:off x="10607040" y="320040"/>
            <a:ext cx="1024128" cy="393192"/>
          </a:xfrm>
          <a:prstGeom prst="roundRect">
            <a:avLst>
              <a:gd name="adj" fmla="val 30233"/>
            </a:avLst>
          </a:prstGeom>
          <a:solidFill>
            <a:srgbClr val="111D34"/>
          </a:solidFill>
          <a:ln w="12700">
            <a:solidFill>
              <a:srgbClr val="111D34">
                <a:alpha val="0"/>
              </a:srgbClr>
            </a:solidFill>
            <a:prstDash val="solid"/>
          </a:ln>
        </p:spPr>
      </p:sp>
      <p:sp>
        <p:nvSpPr>
          <p:cNvPr id="5" name="Text 3"/>
          <p:cNvSpPr/>
          <p:nvPr/>
        </p:nvSpPr>
        <p:spPr>
          <a:xfrm>
            <a:off x="10835640" y="365760"/>
            <a:ext cx="594360" cy="265176"/>
          </a:xfrm>
          <a:prstGeom prst="rect">
            <a:avLst/>
          </a:prstGeom>
          <a:noFill/>
          <a:ln/>
        </p:spPr>
        <p:txBody>
          <a:bodyPr wrap="square" lIns="1143" tIns="1143" rIns="1143" bIns="1143" rtlCol="0" anchor="ctr">
            <a:normAutofit/>
          </a:bodyPr>
          <a:lstStyle/>
          <a:p>
            <a:pPr rtl="1" algn="ctr" indent="0" marL="0">
              <a:buNone/>
            </a:pPr>
            <a:r>
              <a:rPr lang="en-US" sz="1200" b="1" dirty="0">
                <a:solidFill>
                  <a:srgbClr val="FFFFFF"/>
                </a:solidFill>
                <a:latin typeface="Arial" pitchFamily="34" charset="0"/>
                <a:ea typeface="Arial" pitchFamily="34" charset="-122"/>
                <a:cs typeface="Arial" pitchFamily="34" charset="-120"/>
              </a:rPr>
              <a:t>03</a:t>
            </a:r>
            <a:endParaRPr lang="en-US" sz="1200" dirty="0"/>
          </a:p>
        </p:txBody>
      </p:sp>
      <p:sp>
        <p:nvSpPr>
          <p:cNvPr id="6" name="Text 4"/>
          <p:cNvSpPr/>
          <p:nvPr/>
        </p:nvSpPr>
        <p:spPr>
          <a:xfrm>
            <a:off x="5623560" y="1078992"/>
            <a:ext cx="5888736" cy="731520"/>
          </a:xfrm>
          <a:prstGeom prst="rect">
            <a:avLst/>
          </a:prstGeom>
          <a:noFill/>
          <a:ln/>
        </p:spPr>
        <p:txBody>
          <a:bodyPr wrap="square" lIns="1143" tIns="1143" rIns="1143" bIns="1143" rtlCol="0" anchor="ctr">
            <a:normAutofit/>
          </a:bodyPr>
          <a:lstStyle/>
          <a:p>
            <a:pPr rtl="1" algn="r" indent="0" marL="0">
              <a:buNone/>
            </a:pPr>
            <a:r>
              <a:rPr lang="en-US" sz="3400" b="1" dirty="0">
                <a:solidFill>
                  <a:srgbClr val="182944"/>
                </a:solidFill>
                <a:latin typeface="Arial" pitchFamily="34" charset="0"/>
                <a:ea typeface="Arial" pitchFamily="34" charset="-122"/>
                <a:cs typeface="Arial" pitchFamily="34" charset="-120"/>
              </a:rPr>
              <a:t>المشهد الأول</a:t>
            </a:r>
            <a:endParaRPr lang="en-US" sz="3400" dirty="0"/>
          </a:p>
        </p:txBody>
      </p:sp>
      <p:sp>
        <p:nvSpPr>
          <p:cNvPr id="7" name="Shape 5"/>
          <p:cNvSpPr/>
          <p:nvPr/>
        </p:nvSpPr>
        <p:spPr>
          <a:xfrm>
            <a:off x="502920" y="1371600"/>
            <a:ext cx="4846320" cy="4526280"/>
          </a:xfrm>
          <a:prstGeom prst="roundRect">
            <a:avLst>
              <a:gd name="adj" fmla="val 7071"/>
            </a:avLst>
          </a:prstGeom>
          <a:solidFill>
            <a:srgbClr val="DDECF6"/>
          </a:solidFill>
          <a:ln w="12700">
            <a:solidFill>
              <a:srgbClr val="DDECF6">
                <a:alpha val="0"/>
              </a:srgbClr>
            </a:solidFill>
            <a:prstDash val="solid"/>
          </a:ln>
        </p:spPr>
      </p:sp>
      <p:sp>
        <p:nvSpPr>
          <p:cNvPr id="8" name="Shape 6"/>
          <p:cNvSpPr/>
          <p:nvPr/>
        </p:nvSpPr>
        <p:spPr>
          <a:xfrm>
            <a:off x="3474720" y="1874520"/>
            <a:ext cx="1051560" cy="1051560"/>
          </a:xfrm>
          <a:prstGeom prst="ellipse">
            <a:avLst/>
          </a:prstGeom>
          <a:solidFill>
            <a:srgbClr val="C7E0EE"/>
          </a:solidFill>
          <a:ln w="12700">
            <a:solidFill>
              <a:srgbClr val="C7E0EE">
                <a:alpha val="0"/>
              </a:srgbClr>
            </a:solidFill>
            <a:prstDash val="solid"/>
          </a:ln>
        </p:spPr>
      </p:sp>
      <p:sp>
        <p:nvSpPr>
          <p:cNvPr id="9" name="Shape 7"/>
          <p:cNvSpPr/>
          <p:nvPr/>
        </p:nvSpPr>
        <p:spPr>
          <a:xfrm>
            <a:off x="1051560" y="4892040"/>
            <a:ext cx="713232" cy="438912"/>
          </a:xfrm>
          <a:prstGeom prst="roundRect">
            <a:avLst>
              <a:gd name="adj" fmla="val 10417"/>
            </a:avLst>
          </a:prstGeom>
          <a:solidFill>
            <a:srgbClr val="8BA8B7"/>
          </a:solidFill>
          <a:ln w="12700">
            <a:solidFill>
              <a:srgbClr val="8BA8B7">
                <a:alpha val="0"/>
              </a:srgbClr>
            </a:solidFill>
            <a:prstDash val="solid"/>
          </a:ln>
        </p:spPr>
      </p:sp>
      <p:sp>
        <p:nvSpPr>
          <p:cNvPr id="10" name="Shape 8"/>
          <p:cNvSpPr/>
          <p:nvPr/>
        </p:nvSpPr>
        <p:spPr>
          <a:xfrm>
            <a:off x="1828800" y="4892040"/>
            <a:ext cx="713232" cy="438912"/>
          </a:xfrm>
          <a:prstGeom prst="roundRect">
            <a:avLst>
              <a:gd name="adj" fmla="val 10417"/>
            </a:avLst>
          </a:prstGeom>
          <a:solidFill>
            <a:srgbClr val="8BA8B7"/>
          </a:solidFill>
          <a:ln w="12700">
            <a:solidFill>
              <a:srgbClr val="8BA8B7">
                <a:alpha val="0"/>
              </a:srgbClr>
            </a:solidFill>
            <a:prstDash val="solid"/>
          </a:ln>
        </p:spPr>
      </p:sp>
      <p:sp>
        <p:nvSpPr>
          <p:cNvPr id="11" name="Shape 9"/>
          <p:cNvSpPr/>
          <p:nvPr/>
        </p:nvSpPr>
        <p:spPr>
          <a:xfrm>
            <a:off x="2606040" y="4892040"/>
            <a:ext cx="713232" cy="438912"/>
          </a:xfrm>
          <a:prstGeom prst="roundRect">
            <a:avLst>
              <a:gd name="adj" fmla="val 10417"/>
            </a:avLst>
          </a:prstGeom>
          <a:solidFill>
            <a:srgbClr val="8BA8B7"/>
          </a:solidFill>
          <a:ln w="12700">
            <a:solidFill>
              <a:srgbClr val="8BA8B7">
                <a:alpha val="0"/>
              </a:srgbClr>
            </a:solidFill>
            <a:prstDash val="solid"/>
          </a:ln>
        </p:spPr>
      </p:sp>
      <p:sp>
        <p:nvSpPr>
          <p:cNvPr id="12" name="Shape 10"/>
          <p:cNvSpPr/>
          <p:nvPr/>
        </p:nvSpPr>
        <p:spPr>
          <a:xfrm>
            <a:off x="3383280" y="4892040"/>
            <a:ext cx="713232" cy="438912"/>
          </a:xfrm>
          <a:prstGeom prst="roundRect">
            <a:avLst>
              <a:gd name="adj" fmla="val 10417"/>
            </a:avLst>
          </a:prstGeom>
          <a:solidFill>
            <a:srgbClr val="8BA8B7"/>
          </a:solidFill>
          <a:ln w="12700">
            <a:solidFill>
              <a:srgbClr val="8BA8B7">
                <a:alpha val="0"/>
              </a:srgbClr>
            </a:solidFill>
            <a:prstDash val="solid"/>
          </a:ln>
        </p:spPr>
      </p:sp>
      <p:sp>
        <p:nvSpPr>
          <p:cNvPr id="13" name="Shape 11"/>
          <p:cNvSpPr/>
          <p:nvPr/>
        </p:nvSpPr>
        <p:spPr>
          <a:xfrm>
            <a:off x="4160520" y="4892040"/>
            <a:ext cx="713232" cy="438912"/>
          </a:xfrm>
          <a:prstGeom prst="roundRect">
            <a:avLst>
              <a:gd name="adj" fmla="val 10417"/>
            </a:avLst>
          </a:prstGeom>
          <a:solidFill>
            <a:srgbClr val="8BA8B7"/>
          </a:solidFill>
          <a:ln w="12700">
            <a:solidFill>
              <a:srgbClr val="8BA8B7">
                <a:alpha val="0"/>
              </a:srgbClr>
            </a:solidFill>
            <a:prstDash val="solid"/>
          </a:ln>
        </p:spPr>
      </p:sp>
      <p:sp>
        <p:nvSpPr>
          <p:cNvPr id="14" name="Shape 12"/>
          <p:cNvSpPr/>
          <p:nvPr/>
        </p:nvSpPr>
        <p:spPr>
          <a:xfrm>
            <a:off x="1280160" y="4325112"/>
            <a:ext cx="713232" cy="438912"/>
          </a:xfrm>
          <a:prstGeom prst="roundRect">
            <a:avLst>
              <a:gd name="adj" fmla="val 10417"/>
            </a:avLst>
          </a:prstGeom>
          <a:solidFill>
            <a:srgbClr val="A3BBC6"/>
          </a:solidFill>
          <a:ln w="12700">
            <a:solidFill>
              <a:srgbClr val="A3BBC6">
                <a:alpha val="0"/>
              </a:srgbClr>
            </a:solidFill>
            <a:prstDash val="solid"/>
          </a:ln>
        </p:spPr>
      </p:sp>
      <p:sp>
        <p:nvSpPr>
          <p:cNvPr id="15" name="Shape 13"/>
          <p:cNvSpPr/>
          <p:nvPr/>
        </p:nvSpPr>
        <p:spPr>
          <a:xfrm>
            <a:off x="2057400" y="4325112"/>
            <a:ext cx="713232" cy="438912"/>
          </a:xfrm>
          <a:prstGeom prst="roundRect">
            <a:avLst>
              <a:gd name="adj" fmla="val 10417"/>
            </a:avLst>
          </a:prstGeom>
          <a:solidFill>
            <a:srgbClr val="A3BBC6"/>
          </a:solidFill>
          <a:ln w="12700">
            <a:solidFill>
              <a:srgbClr val="A3BBC6">
                <a:alpha val="0"/>
              </a:srgbClr>
            </a:solidFill>
            <a:prstDash val="solid"/>
          </a:ln>
        </p:spPr>
      </p:sp>
      <p:sp>
        <p:nvSpPr>
          <p:cNvPr id="16" name="Shape 14"/>
          <p:cNvSpPr/>
          <p:nvPr/>
        </p:nvSpPr>
        <p:spPr>
          <a:xfrm>
            <a:off x="2834640" y="4325112"/>
            <a:ext cx="713232" cy="438912"/>
          </a:xfrm>
          <a:prstGeom prst="roundRect">
            <a:avLst>
              <a:gd name="adj" fmla="val 10417"/>
            </a:avLst>
          </a:prstGeom>
          <a:solidFill>
            <a:srgbClr val="A3BBC6"/>
          </a:solidFill>
          <a:ln w="12700">
            <a:solidFill>
              <a:srgbClr val="A3BBC6">
                <a:alpha val="0"/>
              </a:srgbClr>
            </a:solidFill>
            <a:prstDash val="solid"/>
          </a:ln>
        </p:spPr>
      </p:sp>
      <p:sp>
        <p:nvSpPr>
          <p:cNvPr id="17" name="Shape 15"/>
          <p:cNvSpPr/>
          <p:nvPr/>
        </p:nvSpPr>
        <p:spPr>
          <a:xfrm>
            <a:off x="3611880" y="4325112"/>
            <a:ext cx="713232" cy="438912"/>
          </a:xfrm>
          <a:prstGeom prst="roundRect">
            <a:avLst>
              <a:gd name="adj" fmla="val 10417"/>
            </a:avLst>
          </a:prstGeom>
          <a:solidFill>
            <a:srgbClr val="A3BBC6"/>
          </a:solidFill>
          <a:ln w="12700">
            <a:solidFill>
              <a:srgbClr val="A3BBC6">
                <a:alpha val="0"/>
              </a:srgbClr>
            </a:solidFill>
            <a:prstDash val="solid"/>
          </a:ln>
        </p:spPr>
      </p:sp>
      <p:sp>
        <p:nvSpPr>
          <p:cNvPr id="18" name="Shape 16"/>
          <p:cNvSpPr/>
          <p:nvPr/>
        </p:nvSpPr>
        <p:spPr>
          <a:xfrm>
            <a:off x="4389120" y="4325112"/>
            <a:ext cx="713232" cy="438912"/>
          </a:xfrm>
          <a:prstGeom prst="roundRect">
            <a:avLst>
              <a:gd name="adj" fmla="val 10417"/>
            </a:avLst>
          </a:prstGeom>
          <a:solidFill>
            <a:srgbClr val="A3BBC6"/>
          </a:solidFill>
          <a:ln w="12700">
            <a:solidFill>
              <a:srgbClr val="A3BBC6">
                <a:alpha val="0"/>
              </a:srgbClr>
            </a:solidFill>
            <a:prstDash val="solid"/>
          </a:ln>
        </p:spPr>
      </p:sp>
      <p:sp>
        <p:nvSpPr>
          <p:cNvPr id="19" name="Shape 17"/>
          <p:cNvSpPr/>
          <p:nvPr/>
        </p:nvSpPr>
        <p:spPr>
          <a:xfrm>
            <a:off x="1051560" y="3758184"/>
            <a:ext cx="713232" cy="438912"/>
          </a:xfrm>
          <a:prstGeom prst="roundRect">
            <a:avLst>
              <a:gd name="adj" fmla="val 10417"/>
            </a:avLst>
          </a:prstGeom>
          <a:solidFill>
            <a:srgbClr val="8BA8B7"/>
          </a:solidFill>
          <a:ln w="12700">
            <a:solidFill>
              <a:srgbClr val="8BA8B7">
                <a:alpha val="0"/>
              </a:srgbClr>
            </a:solidFill>
            <a:prstDash val="solid"/>
          </a:ln>
        </p:spPr>
      </p:sp>
      <p:sp>
        <p:nvSpPr>
          <p:cNvPr id="20" name="Shape 18"/>
          <p:cNvSpPr/>
          <p:nvPr/>
        </p:nvSpPr>
        <p:spPr>
          <a:xfrm>
            <a:off x="1828800" y="3758184"/>
            <a:ext cx="713232" cy="438912"/>
          </a:xfrm>
          <a:prstGeom prst="roundRect">
            <a:avLst>
              <a:gd name="adj" fmla="val 10417"/>
            </a:avLst>
          </a:prstGeom>
          <a:solidFill>
            <a:srgbClr val="8BA8B7"/>
          </a:solidFill>
          <a:ln w="12700">
            <a:solidFill>
              <a:srgbClr val="8BA8B7">
                <a:alpha val="0"/>
              </a:srgbClr>
            </a:solidFill>
            <a:prstDash val="solid"/>
          </a:ln>
        </p:spPr>
      </p:sp>
      <p:sp>
        <p:nvSpPr>
          <p:cNvPr id="21" name="Shape 19"/>
          <p:cNvSpPr/>
          <p:nvPr/>
        </p:nvSpPr>
        <p:spPr>
          <a:xfrm>
            <a:off x="2606040" y="3758184"/>
            <a:ext cx="713232" cy="438912"/>
          </a:xfrm>
          <a:prstGeom prst="roundRect">
            <a:avLst>
              <a:gd name="adj" fmla="val 10417"/>
            </a:avLst>
          </a:prstGeom>
          <a:solidFill>
            <a:srgbClr val="8BA8B7"/>
          </a:solidFill>
          <a:ln w="12700">
            <a:solidFill>
              <a:srgbClr val="8BA8B7">
                <a:alpha val="0"/>
              </a:srgbClr>
            </a:solidFill>
            <a:prstDash val="solid"/>
          </a:ln>
        </p:spPr>
      </p:sp>
      <p:sp>
        <p:nvSpPr>
          <p:cNvPr id="22" name="Shape 20"/>
          <p:cNvSpPr/>
          <p:nvPr/>
        </p:nvSpPr>
        <p:spPr>
          <a:xfrm>
            <a:off x="3383280" y="3758184"/>
            <a:ext cx="713232" cy="438912"/>
          </a:xfrm>
          <a:prstGeom prst="roundRect">
            <a:avLst>
              <a:gd name="adj" fmla="val 10417"/>
            </a:avLst>
          </a:prstGeom>
          <a:solidFill>
            <a:srgbClr val="8BA8B7"/>
          </a:solidFill>
          <a:ln w="12700">
            <a:solidFill>
              <a:srgbClr val="8BA8B7">
                <a:alpha val="0"/>
              </a:srgbClr>
            </a:solidFill>
            <a:prstDash val="solid"/>
          </a:ln>
        </p:spPr>
      </p:sp>
      <p:sp>
        <p:nvSpPr>
          <p:cNvPr id="23" name="Shape 21"/>
          <p:cNvSpPr/>
          <p:nvPr/>
        </p:nvSpPr>
        <p:spPr>
          <a:xfrm>
            <a:off x="4160520" y="3758184"/>
            <a:ext cx="713232" cy="438912"/>
          </a:xfrm>
          <a:prstGeom prst="roundRect">
            <a:avLst>
              <a:gd name="adj" fmla="val 10417"/>
            </a:avLst>
          </a:prstGeom>
          <a:solidFill>
            <a:srgbClr val="8BA8B7"/>
          </a:solidFill>
          <a:ln w="12700">
            <a:solidFill>
              <a:srgbClr val="8BA8B7">
                <a:alpha val="0"/>
              </a:srgbClr>
            </a:solidFill>
            <a:prstDash val="solid"/>
          </a:ln>
        </p:spPr>
      </p:sp>
      <p:sp>
        <p:nvSpPr>
          <p:cNvPr id="24" name="Shape 22"/>
          <p:cNvSpPr/>
          <p:nvPr/>
        </p:nvSpPr>
        <p:spPr>
          <a:xfrm>
            <a:off x="1280160" y="3191256"/>
            <a:ext cx="713232" cy="438912"/>
          </a:xfrm>
          <a:prstGeom prst="roundRect">
            <a:avLst>
              <a:gd name="adj" fmla="val 10417"/>
            </a:avLst>
          </a:prstGeom>
          <a:solidFill>
            <a:srgbClr val="A3BBC6"/>
          </a:solidFill>
          <a:ln w="12700">
            <a:solidFill>
              <a:srgbClr val="A3BBC6">
                <a:alpha val="0"/>
              </a:srgbClr>
            </a:solidFill>
            <a:prstDash val="solid"/>
          </a:ln>
        </p:spPr>
      </p:sp>
      <p:sp>
        <p:nvSpPr>
          <p:cNvPr id="25" name="Shape 23"/>
          <p:cNvSpPr/>
          <p:nvPr/>
        </p:nvSpPr>
        <p:spPr>
          <a:xfrm>
            <a:off x="2057400" y="3191256"/>
            <a:ext cx="713232" cy="438912"/>
          </a:xfrm>
          <a:prstGeom prst="roundRect">
            <a:avLst>
              <a:gd name="adj" fmla="val 10417"/>
            </a:avLst>
          </a:prstGeom>
          <a:solidFill>
            <a:srgbClr val="A3BBC6"/>
          </a:solidFill>
          <a:ln w="12700">
            <a:solidFill>
              <a:srgbClr val="A3BBC6">
                <a:alpha val="0"/>
              </a:srgbClr>
            </a:solidFill>
            <a:prstDash val="solid"/>
          </a:ln>
        </p:spPr>
      </p:sp>
      <p:sp>
        <p:nvSpPr>
          <p:cNvPr id="26" name="Shape 24"/>
          <p:cNvSpPr/>
          <p:nvPr/>
        </p:nvSpPr>
        <p:spPr>
          <a:xfrm>
            <a:off x="2834640" y="3191256"/>
            <a:ext cx="713232" cy="438912"/>
          </a:xfrm>
          <a:prstGeom prst="roundRect">
            <a:avLst>
              <a:gd name="adj" fmla="val 10417"/>
            </a:avLst>
          </a:prstGeom>
          <a:solidFill>
            <a:srgbClr val="A3BBC6"/>
          </a:solidFill>
          <a:ln w="12700">
            <a:solidFill>
              <a:srgbClr val="A3BBC6">
                <a:alpha val="0"/>
              </a:srgbClr>
            </a:solidFill>
            <a:prstDash val="solid"/>
          </a:ln>
        </p:spPr>
      </p:sp>
      <p:sp>
        <p:nvSpPr>
          <p:cNvPr id="27" name="Shape 25"/>
          <p:cNvSpPr/>
          <p:nvPr/>
        </p:nvSpPr>
        <p:spPr>
          <a:xfrm>
            <a:off x="3611880" y="3191256"/>
            <a:ext cx="713232" cy="438912"/>
          </a:xfrm>
          <a:prstGeom prst="roundRect">
            <a:avLst>
              <a:gd name="adj" fmla="val 10417"/>
            </a:avLst>
          </a:prstGeom>
          <a:solidFill>
            <a:srgbClr val="A3BBC6"/>
          </a:solidFill>
          <a:ln w="12700">
            <a:solidFill>
              <a:srgbClr val="A3BBC6">
                <a:alpha val="0"/>
              </a:srgbClr>
            </a:solidFill>
            <a:prstDash val="solid"/>
          </a:ln>
        </p:spPr>
      </p:sp>
      <p:sp>
        <p:nvSpPr>
          <p:cNvPr id="28" name="Shape 26"/>
          <p:cNvSpPr/>
          <p:nvPr/>
        </p:nvSpPr>
        <p:spPr>
          <a:xfrm>
            <a:off x="4389120" y="3191256"/>
            <a:ext cx="713232" cy="438912"/>
          </a:xfrm>
          <a:prstGeom prst="roundRect">
            <a:avLst>
              <a:gd name="adj" fmla="val 10417"/>
            </a:avLst>
          </a:prstGeom>
          <a:solidFill>
            <a:srgbClr val="A3BBC6"/>
          </a:solidFill>
          <a:ln w="12700">
            <a:solidFill>
              <a:srgbClr val="A3BBC6">
                <a:alpha val="0"/>
              </a:srgbClr>
            </a:solidFill>
            <a:prstDash val="solid"/>
          </a:ln>
        </p:spPr>
      </p:sp>
      <p:sp>
        <p:nvSpPr>
          <p:cNvPr id="29" name="Shape 27"/>
          <p:cNvSpPr/>
          <p:nvPr/>
        </p:nvSpPr>
        <p:spPr>
          <a:xfrm>
            <a:off x="2803368" y="1874520"/>
            <a:ext cx="539496" cy="539496"/>
          </a:xfrm>
          <a:prstGeom prst="ellipse">
            <a:avLst/>
          </a:prstGeom>
          <a:solidFill>
            <a:srgbClr val="F0C9A8"/>
          </a:solidFill>
          <a:ln w="12700">
            <a:solidFill>
              <a:srgbClr val="F0C9A8">
                <a:alpha val="0"/>
              </a:srgbClr>
            </a:solidFill>
            <a:prstDash val="solid"/>
          </a:ln>
        </p:spPr>
      </p:sp>
      <p:sp>
        <p:nvSpPr>
          <p:cNvPr id="30" name="Shape 28"/>
          <p:cNvSpPr/>
          <p:nvPr/>
        </p:nvSpPr>
        <p:spPr>
          <a:xfrm>
            <a:off x="2663099" y="2446386"/>
            <a:ext cx="809244" cy="927933"/>
          </a:xfrm>
          <a:prstGeom prst="roundRect">
            <a:avLst>
              <a:gd name="adj" fmla="val 18079"/>
            </a:avLst>
          </a:prstGeom>
          <a:solidFill>
            <a:srgbClr val="FEA942"/>
          </a:solidFill>
          <a:ln w="12700">
            <a:solidFill>
              <a:srgbClr val="FEA942">
                <a:alpha val="0"/>
              </a:srgbClr>
            </a:solidFill>
            <a:prstDash val="solid"/>
          </a:ln>
        </p:spPr>
      </p:sp>
      <p:sp>
        <p:nvSpPr>
          <p:cNvPr id="31" name="Shape 29"/>
          <p:cNvSpPr/>
          <p:nvPr/>
        </p:nvSpPr>
        <p:spPr>
          <a:xfrm>
            <a:off x="2814157" y="3331159"/>
            <a:ext cx="-129479" cy="647395"/>
          </a:xfrm>
          <a:prstGeom prst="line">
            <a:avLst/>
          </a:prstGeom>
          <a:noFill/>
          <a:ln w="134874">
            <a:solidFill>
              <a:srgbClr val="182944"/>
            </a:solidFill>
            <a:prstDash val="solid"/>
            <a:headEnd type="none"/>
          </a:ln>
        </p:spPr>
      </p:sp>
      <p:sp>
        <p:nvSpPr>
          <p:cNvPr id="32" name="Shape 30"/>
          <p:cNvSpPr/>
          <p:nvPr/>
        </p:nvSpPr>
        <p:spPr>
          <a:xfrm>
            <a:off x="3321284" y="3331159"/>
            <a:ext cx="161849" cy="647395"/>
          </a:xfrm>
          <a:prstGeom prst="line">
            <a:avLst/>
          </a:prstGeom>
          <a:noFill/>
          <a:ln w="134874">
            <a:solidFill>
              <a:srgbClr val="182944"/>
            </a:solidFill>
            <a:prstDash val="solid"/>
            <a:headEnd type="none"/>
          </a:ln>
        </p:spPr>
      </p:sp>
      <p:sp>
        <p:nvSpPr>
          <p:cNvPr id="33" name="Shape 31"/>
          <p:cNvSpPr/>
          <p:nvPr/>
        </p:nvSpPr>
        <p:spPr>
          <a:xfrm>
            <a:off x="2684678" y="2608235"/>
            <a:ext cx="-410017" cy="453177"/>
          </a:xfrm>
          <a:prstGeom prst="line">
            <a:avLst/>
          </a:prstGeom>
          <a:noFill/>
          <a:ln w="119888">
            <a:solidFill>
              <a:srgbClr val="F0C9A8"/>
            </a:solidFill>
            <a:prstDash val="solid"/>
            <a:headEnd type="none"/>
          </a:ln>
        </p:spPr>
      </p:sp>
      <p:sp>
        <p:nvSpPr>
          <p:cNvPr id="34" name="Shape 32"/>
          <p:cNvSpPr/>
          <p:nvPr/>
        </p:nvSpPr>
        <p:spPr>
          <a:xfrm>
            <a:off x="3472343" y="2608235"/>
            <a:ext cx="312908" cy="-302118"/>
          </a:xfrm>
          <a:prstGeom prst="line">
            <a:avLst/>
          </a:prstGeom>
          <a:noFill/>
          <a:ln w="119888">
            <a:solidFill>
              <a:srgbClr val="F0C9A8"/>
            </a:solidFill>
            <a:prstDash val="solid"/>
            <a:headEnd type="none"/>
          </a:ln>
        </p:spPr>
      </p:sp>
      <p:sp>
        <p:nvSpPr>
          <p:cNvPr id="35" name="Shape 33"/>
          <p:cNvSpPr/>
          <p:nvPr/>
        </p:nvSpPr>
        <p:spPr>
          <a:xfrm>
            <a:off x="3429000" y="3108960"/>
            <a:ext cx="822960" cy="1005840"/>
          </a:xfrm>
          <a:prstGeom prst="line">
            <a:avLst/>
          </a:prstGeom>
          <a:noFill/>
          <a:ln w="88900">
            <a:solidFill>
              <a:srgbClr val="FEA942"/>
            </a:solidFill>
            <a:prstDash val="solid"/>
            <a:headEnd type="none"/>
          </a:ln>
        </p:spPr>
      </p:sp>
      <p:sp>
        <p:nvSpPr>
          <p:cNvPr id="36" name="Text 34"/>
          <p:cNvSpPr/>
          <p:nvPr/>
        </p:nvSpPr>
        <p:spPr>
          <a:xfrm>
            <a:off x="5760720" y="1975104"/>
            <a:ext cx="5550408" cy="603504"/>
          </a:xfrm>
          <a:prstGeom prst="rect">
            <a:avLst/>
          </a:prstGeom>
          <a:noFill/>
          <a:ln/>
        </p:spPr>
        <p:txBody>
          <a:bodyPr wrap="square" lIns="1143" tIns="1143" rIns="1143" bIns="1143" rtlCol="0" anchor="ctr">
            <a:normAutofit/>
          </a:bodyPr>
          <a:lstStyle/>
          <a:p>
            <a:pPr rtl="1" algn="r" indent="0" marL="0">
              <a:buNone/>
            </a:pPr>
            <a:r>
              <a:rPr lang="en-US" sz="2500" b="1" dirty="0">
                <a:solidFill>
                  <a:srgbClr val="111D34"/>
                </a:solidFill>
                <a:latin typeface="Arial" pitchFamily="34" charset="0"/>
                <a:ea typeface="Arial" pitchFamily="34" charset="-122"/>
                <a:cs typeface="Arial" pitchFamily="34" charset="-120"/>
              </a:rPr>
              <a:t>نحميا سمع عن سور مهدوم</a:t>
            </a:r>
            <a:endParaRPr lang="en-US" sz="2500" dirty="0"/>
          </a:p>
        </p:txBody>
      </p:sp>
      <p:sp>
        <p:nvSpPr>
          <p:cNvPr id="37" name="Shape 35"/>
          <p:cNvSpPr/>
          <p:nvPr/>
        </p:nvSpPr>
        <p:spPr>
          <a:xfrm>
            <a:off x="5925312" y="2761488"/>
            <a:ext cx="5358384" cy="612648"/>
          </a:xfrm>
          <a:prstGeom prst="roundRect">
            <a:avLst>
              <a:gd name="adj" fmla="val 23881"/>
            </a:avLst>
          </a:prstGeom>
          <a:solidFill>
            <a:srgbClr val="F5EBD9"/>
          </a:solidFill>
          <a:ln w="12700">
            <a:solidFill>
              <a:srgbClr val="F5EBD9">
                <a:alpha val="0"/>
              </a:srgbClr>
            </a:solidFill>
            <a:prstDash val="solid"/>
          </a:ln>
        </p:spPr>
      </p:sp>
      <p:sp>
        <p:nvSpPr>
          <p:cNvPr id="38" name="Text 36"/>
          <p:cNvSpPr/>
          <p:nvPr/>
        </p:nvSpPr>
        <p:spPr>
          <a:xfrm>
            <a:off x="6099048" y="2834640"/>
            <a:ext cx="4910328" cy="420624"/>
          </a:xfrm>
          <a:prstGeom prst="rect">
            <a:avLst/>
          </a:prstGeom>
          <a:noFill/>
          <a:ln/>
        </p:spPr>
        <p:txBody>
          <a:bodyPr wrap="square" lIns="1143" tIns="1143" rIns="1143" bIns="1143" rtlCol="0" anchor="ctr">
            <a:normAutofit/>
          </a:bodyPr>
          <a:lstStyle/>
          <a:p>
            <a:pPr rtl="1" algn="r" indent="0" marL="0">
              <a:buNone/>
            </a:pPr>
            <a:r>
              <a:rPr lang="en-US" sz="1900" b="1" dirty="0">
                <a:solidFill>
                  <a:srgbClr val="182944"/>
                </a:solidFill>
                <a:latin typeface="Arial" pitchFamily="34" charset="0"/>
                <a:ea typeface="Arial" pitchFamily="34" charset="-122"/>
                <a:cs typeface="Arial" pitchFamily="34" charset="-120"/>
              </a:rPr>
              <a:t>شاف الألم… وما تجاهلوش</a:t>
            </a:r>
            <a:endParaRPr lang="en-US" sz="1900" dirty="0"/>
          </a:p>
        </p:txBody>
      </p:sp>
      <p:sp>
        <p:nvSpPr>
          <p:cNvPr id="39" name="Shape 37"/>
          <p:cNvSpPr/>
          <p:nvPr/>
        </p:nvSpPr>
        <p:spPr>
          <a:xfrm>
            <a:off x="5925312" y="3511296"/>
            <a:ext cx="5358384" cy="612648"/>
          </a:xfrm>
          <a:prstGeom prst="roundRect">
            <a:avLst>
              <a:gd name="adj" fmla="val 23881"/>
            </a:avLst>
          </a:prstGeom>
          <a:solidFill>
            <a:srgbClr val="FFFFFF"/>
          </a:solidFill>
          <a:ln w="12700">
            <a:solidFill>
              <a:srgbClr val="FFFFFF">
                <a:alpha val="0"/>
              </a:srgbClr>
            </a:solidFill>
            <a:prstDash val="solid"/>
          </a:ln>
        </p:spPr>
      </p:sp>
      <p:sp>
        <p:nvSpPr>
          <p:cNvPr id="40" name="Text 38"/>
          <p:cNvSpPr/>
          <p:nvPr/>
        </p:nvSpPr>
        <p:spPr>
          <a:xfrm>
            <a:off x="6099048" y="3584448"/>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حزن وصام وصلى</a:t>
            </a:r>
            <a:endParaRPr lang="en-US" sz="1900" dirty="0"/>
          </a:p>
        </p:txBody>
      </p:sp>
      <p:sp>
        <p:nvSpPr>
          <p:cNvPr id="41" name="Shape 39"/>
          <p:cNvSpPr/>
          <p:nvPr/>
        </p:nvSpPr>
        <p:spPr>
          <a:xfrm>
            <a:off x="5925312" y="4261104"/>
            <a:ext cx="5358384" cy="612648"/>
          </a:xfrm>
          <a:prstGeom prst="roundRect">
            <a:avLst>
              <a:gd name="adj" fmla="val 23881"/>
            </a:avLst>
          </a:prstGeom>
          <a:solidFill>
            <a:srgbClr val="F5EBD9"/>
          </a:solidFill>
          <a:ln w="12700">
            <a:solidFill>
              <a:srgbClr val="F5EBD9">
                <a:alpha val="0"/>
              </a:srgbClr>
            </a:solidFill>
            <a:prstDash val="solid"/>
          </a:ln>
        </p:spPr>
      </p:sp>
      <p:sp>
        <p:nvSpPr>
          <p:cNvPr id="42" name="Text 40"/>
          <p:cNvSpPr/>
          <p:nvPr/>
        </p:nvSpPr>
        <p:spPr>
          <a:xfrm>
            <a:off x="6099048" y="4334256"/>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ثم بدأ يسأل: أقدر أعمل إيه؟</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E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EA942"/>
          </a:solidFill>
          <a:ln w="12700">
            <a:solidFill>
              <a:srgbClr val="FEA942">
                <a:alpha val="0"/>
              </a:srgbClr>
            </a:solidFill>
            <a:prstDash val="solid"/>
          </a:ln>
        </p:spPr>
      </p:sp>
      <p:sp>
        <p:nvSpPr>
          <p:cNvPr id="3" name="Text 1"/>
          <p:cNvSpPr/>
          <p:nvPr/>
        </p:nvSpPr>
        <p:spPr>
          <a:xfrm>
            <a:off x="512064" y="256032"/>
            <a:ext cx="5669280" cy="310896"/>
          </a:xfrm>
          <a:prstGeom prst="rect">
            <a:avLst/>
          </a:prstGeom>
          <a:noFill/>
          <a:ln/>
        </p:spPr>
        <p:txBody>
          <a:bodyPr wrap="square" lIns="1143" tIns="1143" rIns="1143" bIns="1143" rtlCol="0" anchor="ctr">
            <a:normAutofit/>
          </a:bodyPr>
          <a:lstStyle/>
          <a:p>
            <a:pPr rtl="1" algn="l" indent="0" marL="0">
              <a:buNone/>
            </a:pPr>
            <a:r>
              <a:rPr lang="en-US" sz="1200" b="1" dirty="0">
                <a:solidFill>
                  <a:srgbClr val="66758C"/>
                </a:solidFill>
                <a:latin typeface="Arial" pitchFamily="34" charset="0"/>
                <a:ea typeface="Arial" pitchFamily="34" charset="-122"/>
                <a:cs typeface="Arial" pitchFamily="34" charset="-120"/>
              </a:rPr>
              <a:t>قوم وابنِ  |  الإيجابية المسيحية</a:t>
            </a:r>
            <a:endParaRPr lang="en-US" sz="1200" dirty="0"/>
          </a:p>
        </p:txBody>
      </p:sp>
      <p:sp>
        <p:nvSpPr>
          <p:cNvPr id="4" name="Shape 2"/>
          <p:cNvSpPr/>
          <p:nvPr/>
        </p:nvSpPr>
        <p:spPr>
          <a:xfrm>
            <a:off x="10607040" y="320040"/>
            <a:ext cx="1024128" cy="393192"/>
          </a:xfrm>
          <a:prstGeom prst="roundRect">
            <a:avLst>
              <a:gd name="adj" fmla="val 30233"/>
            </a:avLst>
          </a:prstGeom>
          <a:solidFill>
            <a:srgbClr val="111D34"/>
          </a:solidFill>
          <a:ln w="12700">
            <a:solidFill>
              <a:srgbClr val="111D34">
                <a:alpha val="0"/>
              </a:srgbClr>
            </a:solidFill>
            <a:prstDash val="solid"/>
          </a:ln>
        </p:spPr>
      </p:sp>
      <p:sp>
        <p:nvSpPr>
          <p:cNvPr id="5" name="Text 3"/>
          <p:cNvSpPr/>
          <p:nvPr/>
        </p:nvSpPr>
        <p:spPr>
          <a:xfrm>
            <a:off x="10835640" y="365760"/>
            <a:ext cx="594360" cy="265176"/>
          </a:xfrm>
          <a:prstGeom prst="rect">
            <a:avLst/>
          </a:prstGeom>
          <a:noFill/>
          <a:ln/>
        </p:spPr>
        <p:txBody>
          <a:bodyPr wrap="square" lIns="1143" tIns="1143" rIns="1143" bIns="1143" rtlCol="0" anchor="ctr">
            <a:normAutofit/>
          </a:bodyPr>
          <a:lstStyle/>
          <a:p>
            <a:pPr rtl="1" algn="ctr" indent="0" marL="0">
              <a:buNone/>
            </a:pPr>
            <a:r>
              <a:rPr lang="en-US" sz="1200" b="1" dirty="0">
                <a:solidFill>
                  <a:srgbClr val="FFFFFF"/>
                </a:solidFill>
                <a:latin typeface="Arial" pitchFamily="34" charset="0"/>
                <a:ea typeface="Arial" pitchFamily="34" charset="-122"/>
                <a:cs typeface="Arial" pitchFamily="34" charset="-120"/>
              </a:rPr>
              <a:t>04</a:t>
            </a:r>
            <a:endParaRPr lang="en-US" sz="1200" dirty="0"/>
          </a:p>
        </p:txBody>
      </p:sp>
      <p:sp>
        <p:nvSpPr>
          <p:cNvPr id="6" name="Text 4"/>
          <p:cNvSpPr/>
          <p:nvPr/>
        </p:nvSpPr>
        <p:spPr>
          <a:xfrm>
            <a:off x="5623560" y="1078992"/>
            <a:ext cx="5888736" cy="731520"/>
          </a:xfrm>
          <a:prstGeom prst="rect">
            <a:avLst/>
          </a:prstGeom>
          <a:noFill/>
          <a:ln/>
        </p:spPr>
        <p:txBody>
          <a:bodyPr wrap="square" lIns="1143" tIns="1143" rIns="1143" bIns="1143" rtlCol="0" anchor="ctr">
            <a:normAutofit/>
          </a:bodyPr>
          <a:lstStyle/>
          <a:p>
            <a:pPr rtl="1" algn="r" indent="0" marL="0">
              <a:buNone/>
            </a:pPr>
            <a:r>
              <a:rPr lang="en-US" sz="3400" b="1" dirty="0">
                <a:solidFill>
                  <a:srgbClr val="182944"/>
                </a:solidFill>
                <a:latin typeface="Arial" pitchFamily="34" charset="0"/>
                <a:ea typeface="Arial" pitchFamily="34" charset="-122"/>
                <a:cs typeface="Arial" pitchFamily="34" charset="-120"/>
              </a:rPr>
              <a:t>المشهد الثاني</a:t>
            </a:r>
            <a:endParaRPr lang="en-US" sz="3400" dirty="0"/>
          </a:p>
        </p:txBody>
      </p:sp>
      <p:sp>
        <p:nvSpPr>
          <p:cNvPr id="7" name="Shape 5"/>
          <p:cNvSpPr/>
          <p:nvPr/>
        </p:nvSpPr>
        <p:spPr>
          <a:xfrm>
            <a:off x="502920" y="1371600"/>
            <a:ext cx="4846320" cy="4526280"/>
          </a:xfrm>
          <a:prstGeom prst="roundRect">
            <a:avLst>
              <a:gd name="adj" fmla="val 7071"/>
            </a:avLst>
          </a:prstGeom>
          <a:solidFill>
            <a:srgbClr val="DDECF6"/>
          </a:solidFill>
          <a:ln w="12700">
            <a:solidFill>
              <a:srgbClr val="DDECF6">
                <a:alpha val="0"/>
              </a:srgbClr>
            </a:solidFill>
            <a:prstDash val="solid"/>
          </a:ln>
        </p:spPr>
      </p:sp>
      <p:sp>
        <p:nvSpPr>
          <p:cNvPr id="8" name="Shape 6"/>
          <p:cNvSpPr/>
          <p:nvPr/>
        </p:nvSpPr>
        <p:spPr>
          <a:xfrm>
            <a:off x="3474720" y="1874520"/>
            <a:ext cx="1051560" cy="1051560"/>
          </a:xfrm>
          <a:prstGeom prst="ellipse">
            <a:avLst/>
          </a:prstGeom>
          <a:solidFill>
            <a:srgbClr val="C7E0EE"/>
          </a:solidFill>
          <a:ln w="12700">
            <a:solidFill>
              <a:srgbClr val="C7E0EE">
                <a:alpha val="0"/>
              </a:srgbClr>
            </a:solidFill>
            <a:prstDash val="solid"/>
          </a:ln>
        </p:spPr>
      </p:sp>
      <p:sp>
        <p:nvSpPr>
          <p:cNvPr id="9" name="Shape 7"/>
          <p:cNvSpPr/>
          <p:nvPr/>
        </p:nvSpPr>
        <p:spPr>
          <a:xfrm>
            <a:off x="1005840" y="5212080"/>
            <a:ext cx="3474720" cy="-3200400"/>
          </a:xfrm>
          <a:prstGeom prst="line">
            <a:avLst/>
          </a:prstGeom>
          <a:noFill/>
          <a:ln w="101600">
            <a:solidFill>
              <a:srgbClr val="7391A9"/>
            </a:solidFill>
            <a:prstDash val="solid"/>
            <a:headEnd type="none"/>
          </a:ln>
        </p:spPr>
      </p:sp>
      <p:sp>
        <p:nvSpPr>
          <p:cNvPr id="10" name="Shape 8"/>
          <p:cNvSpPr/>
          <p:nvPr/>
        </p:nvSpPr>
        <p:spPr>
          <a:xfrm>
            <a:off x="2434773" y="2423160"/>
            <a:ext cx="534924" cy="534924"/>
          </a:xfrm>
          <a:prstGeom prst="ellipse">
            <a:avLst/>
          </a:prstGeom>
          <a:solidFill>
            <a:srgbClr val="F0C9A8"/>
          </a:solidFill>
          <a:ln w="12700">
            <a:solidFill>
              <a:srgbClr val="F0C9A8">
                <a:alpha val="0"/>
              </a:srgbClr>
            </a:solidFill>
            <a:prstDash val="solid"/>
          </a:ln>
        </p:spPr>
      </p:sp>
      <p:sp>
        <p:nvSpPr>
          <p:cNvPr id="11" name="Shape 9"/>
          <p:cNvSpPr/>
          <p:nvPr/>
        </p:nvSpPr>
        <p:spPr>
          <a:xfrm>
            <a:off x="2295693" y="2990179"/>
            <a:ext cx="802386" cy="920069"/>
          </a:xfrm>
          <a:prstGeom prst="roundRect">
            <a:avLst>
              <a:gd name="adj" fmla="val 18234"/>
            </a:avLst>
          </a:prstGeom>
          <a:solidFill>
            <a:srgbClr val="FEA942"/>
          </a:solidFill>
          <a:ln w="12700">
            <a:solidFill>
              <a:srgbClr val="FEA942">
                <a:alpha val="0"/>
              </a:srgbClr>
            </a:solidFill>
            <a:prstDash val="solid"/>
          </a:ln>
        </p:spPr>
      </p:sp>
      <p:sp>
        <p:nvSpPr>
          <p:cNvPr id="12" name="Shape 10"/>
          <p:cNvSpPr/>
          <p:nvPr/>
        </p:nvSpPr>
        <p:spPr>
          <a:xfrm>
            <a:off x="2445471" y="3867455"/>
            <a:ext cx="-128382" cy="641909"/>
          </a:xfrm>
          <a:prstGeom prst="line">
            <a:avLst/>
          </a:prstGeom>
          <a:noFill/>
          <a:ln w="133731">
            <a:solidFill>
              <a:srgbClr val="182944"/>
            </a:solidFill>
            <a:prstDash val="solid"/>
            <a:headEnd type="none"/>
          </a:ln>
        </p:spPr>
      </p:sp>
      <p:sp>
        <p:nvSpPr>
          <p:cNvPr id="13" name="Shape 11"/>
          <p:cNvSpPr/>
          <p:nvPr/>
        </p:nvSpPr>
        <p:spPr>
          <a:xfrm>
            <a:off x="2948300" y="3867455"/>
            <a:ext cx="160477" cy="641909"/>
          </a:xfrm>
          <a:prstGeom prst="line">
            <a:avLst/>
          </a:prstGeom>
          <a:noFill/>
          <a:ln w="133731">
            <a:solidFill>
              <a:srgbClr val="182944"/>
            </a:solidFill>
            <a:prstDash val="solid"/>
            <a:headEnd type="none"/>
          </a:ln>
        </p:spPr>
      </p:sp>
      <p:sp>
        <p:nvSpPr>
          <p:cNvPr id="14" name="Shape 12"/>
          <p:cNvSpPr/>
          <p:nvPr/>
        </p:nvSpPr>
        <p:spPr>
          <a:xfrm>
            <a:off x="2317090" y="3150657"/>
            <a:ext cx="-406542" cy="449336"/>
          </a:xfrm>
          <a:prstGeom prst="line">
            <a:avLst/>
          </a:prstGeom>
          <a:noFill/>
          <a:ln w="118872">
            <a:solidFill>
              <a:srgbClr val="F0C9A8"/>
            </a:solidFill>
            <a:prstDash val="solid"/>
            <a:headEnd type="none"/>
          </a:ln>
        </p:spPr>
      </p:sp>
      <p:sp>
        <p:nvSpPr>
          <p:cNvPr id="15" name="Shape 13"/>
          <p:cNvSpPr/>
          <p:nvPr/>
        </p:nvSpPr>
        <p:spPr>
          <a:xfrm>
            <a:off x="3098079" y="3150657"/>
            <a:ext cx="310256" cy="-299557"/>
          </a:xfrm>
          <a:prstGeom prst="line">
            <a:avLst/>
          </a:prstGeom>
          <a:noFill/>
          <a:ln w="118872">
            <a:solidFill>
              <a:srgbClr val="F0C9A8"/>
            </a:solidFill>
            <a:prstDash val="solid"/>
            <a:headEnd type="none"/>
          </a:ln>
        </p:spPr>
      </p:sp>
      <p:sp>
        <p:nvSpPr>
          <p:cNvPr id="16" name="Shape 14"/>
          <p:cNvSpPr/>
          <p:nvPr/>
        </p:nvSpPr>
        <p:spPr>
          <a:xfrm>
            <a:off x="3108960" y="4389120"/>
            <a:ext cx="146304" cy="146304"/>
          </a:xfrm>
          <a:prstGeom prst="ellipse">
            <a:avLst/>
          </a:prstGeom>
          <a:solidFill>
            <a:srgbClr val="FEA942"/>
          </a:solidFill>
          <a:ln w="12700">
            <a:solidFill>
              <a:srgbClr val="FEA942">
                <a:alpha val="0"/>
              </a:srgbClr>
            </a:solidFill>
            <a:prstDash val="solid"/>
          </a:ln>
        </p:spPr>
      </p:sp>
      <p:sp>
        <p:nvSpPr>
          <p:cNvPr id="17" name="Shape 15"/>
          <p:cNvSpPr/>
          <p:nvPr/>
        </p:nvSpPr>
        <p:spPr>
          <a:xfrm>
            <a:off x="3611880" y="3794760"/>
            <a:ext cx="146304" cy="146304"/>
          </a:xfrm>
          <a:prstGeom prst="ellipse">
            <a:avLst/>
          </a:prstGeom>
          <a:solidFill>
            <a:srgbClr val="FEA942"/>
          </a:solidFill>
          <a:ln w="12700">
            <a:solidFill>
              <a:srgbClr val="FEA942">
                <a:alpha val="0"/>
              </a:srgbClr>
            </a:solidFill>
            <a:prstDash val="solid"/>
          </a:ln>
        </p:spPr>
      </p:sp>
      <p:sp>
        <p:nvSpPr>
          <p:cNvPr id="18" name="Shape 16"/>
          <p:cNvSpPr/>
          <p:nvPr/>
        </p:nvSpPr>
        <p:spPr>
          <a:xfrm>
            <a:off x="4114800" y="3200400"/>
            <a:ext cx="146304" cy="146304"/>
          </a:xfrm>
          <a:prstGeom prst="ellipse">
            <a:avLst/>
          </a:prstGeom>
          <a:solidFill>
            <a:srgbClr val="FEA942"/>
          </a:solidFill>
          <a:ln w="12700">
            <a:solidFill>
              <a:srgbClr val="FEA942">
                <a:alpha val="0"/>
              </a:srgbClr>
            </a:solidFill>
            <a:prstDash val="solid"/>
          </a:ln>
        </p:spPr>
      </p:sp>
      <p:sp>
        <p:nvSpPr>
          <p:cNvPr id="19" name="Text 17"/>
          <p:cNvSpPr/>
          <p:nvPr/>
        </p:nvSpPr>
        <p:spPr>
          <a:xfrm>
            <a:off x="5760720" y="1975104"/>
            <a:ext cx="5550408" cy="603504"/>
          </a:xfrm>
          <a:prstGeom prst="rect">
            <a:avLst/>
          </a:prstGeom>
          <a:noFill/>
          <a:ln/>
        </p:spPr>
        <p:txBody>
          <a:bodyPr wrap="square" lIns="1143" tIns="1143" rIns="1143" bIns="1143" rtlCol="0" anchor="ctr">
            <a:normAutofit/>
          </a:bodyPr>
          <a:lstStyle/>
          <a:p>
            <a:pPr rtl="1" algn="r" indent="0" marL="0">
              <a:buNone/>
            </a:pPr>
            <a:r>
              <a:rPr lang="en-US" sz="2500" b="1" dirty="0">
                <a:solidFill>
                  <a:srgbClr val="111D34"/>
                </a:solidFill>
                <a:latin typeface="Arial" pitchFamily="34" charset="0"/>
                <a:ea typeface="Arial" pitchFamily="34" charset="-122"/>
                <a:cs typeface="Arial" pitchFamily="34" charset="-120"/>
              </a:rPr>
              <a:t>من الصلاة إلى الخطوة</a:t>
            </a:r>
            <a:endParaRPr lang="en-US" sz="2500" dirty="0"/>
          </a:p>
        </p:txBody>
      </p:sp>
      <p:sp>
        <p:nvSpPr>
          <p:cNvPr id="20" name="Shape 18"/>
          <p:cNvSpPr/>
          <p:nvPr/>
        </p:nvSpPr>
        <p:spPr>
          <a:xfrm>
            <a:off x="5925312" y="2761488"/>
            <a:ext cx="5358384" cy="612648"/>
          </a:xfrm>
          <a:prstGeom prst="roundRect">
            <a:avLst>
              <a:gd name="adj" fmla="val 23881"/>
            </a:avLst>
          </a:prstGeom>
          <a:solidFill>
            <a:srgbClr val="F5EBD9"/>
          </a:solidFill>
          <a:ln w="12700">
            <a:solidFill>
              <a:srgbClr val="F5EBD9">
                <a:alpha val="0"/>
              </a:srgbClr>
            </a:solidFill>
            <a:prstDash val="solid"/>
          </a:ln>
        </p:spPr>
      </p:sp>
      <p:sp>
        <p:nvSpPr>
          <p:cNvPr id="21" name="Text 19"/>
          <p:cNvSpPr/>
          <p:nvPr/>
        </p:nvSpPr>
        <p:spPr>
          <a:xfrm>
            <a:off x="6099048" y="2834640"/>
            <a:ext cx="4910328" cy="420624"/>
          </a:xfrm>
          <a:prstGeom prst="rect">
            <a:avLst/>
          </a:prstGeom>
          <a:noFill/>
          <a:ln/>
        </p:spPr>
        <p:txBody>
          <a:bodyPr wrap="square" lIns="1143" tIns="1143" rIns="1143" bIns="1143" rtlCol="0" anchor="ctr">
            <a:normAutofit/>
          </a:bodyPr>
          <a:lstStyle/>
          <a:p>
            <a:pPr rtl="1" algn="r" indent="0" marL="0">
              <a:buNone/>
            </a:pPr>
            <a:r>
              <a:rPr lang="en-US" sz="1900" b="1" dirty="0">
                <a:solidFill>
                  <a:srgbClr val="182944"/>
                </a:solidFill>
                <a:latin typeface="Arial" pitchFamily="34" charset="0"/>
                <a:ea typeface="Arial" pitchFamily="34" charset="-122"/>
                <a:cs typeface="Arial" pitchFamily="34" charset="-120"/>
              </a:rPr>
              <a:t>طلب معونة ربنا</a:t>
            </a:r>
            <a:endParaRPr lang="en-US" sz="1900" dirty="0"/>
          </a:p>
        </p:txBody>
      </p:sp>
      <p:sp>
        <p:nvSpPr>
          <p:cNvPr id="22" name="Shape 20"/>
          <p:cNvSpPr/>
          <p:nvPr/>
        </p:nvSpPr>
        <p:spPr>
          <a:xfrm>
            <a:off x="5925312" y="3511296"/>
            <a:ext cx="5358384" cy="612648"/>
          </a:xfrm>
          <a:prstGeom prst="roundRect">
            <a:avLst>
              <a:gd name="adj" fmla="val 23881"/>
            </a:avLst>
          </a:prstGeom>
          <a:solidFill>
            <a:srgbClr val="FFFFFF"/>
          </a:solidFill>
          <a:ln w="12700">
            <a:solidFill>
              <a:srgbClr val="FFFFFF">
                <a:alpha val="0"/>
              </a:srgbClr>
            </a:solidFill>
            <a:prstDash val="solid"/>
          </a:ln>
        </p:spPr>
      </p:sp>
      <p:sp>
        <p:nvSpPr>
          <p:cNvPr id="23" name="Text 21"/>
          <p:cNvSpPr/>
          <p:nvPr/>
        </p:nvSpPr>
        <p:spPr>
          <a:xfrm>
            <a:off x="6099048" y="3584448"/>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طلب إذنًا وموارد من الملك</a:t>
            </a:r>
            <a:endParaRPr lang="en-US" sz="1900" dirty="0"/>
          </a:p>
        </p:txBody>
      </p:sp>
      <p:sp>
        <p:nvSpPr>
          <p:cNvPr id="24" name="Shape 22"/>
          <p:cNvSpPr/>
          <p:nvPr/>
        </p:nvSpPr>
        <p:spPr>
          <a:xfrm>
            <a:off x="5925312" y="4261104"/>
            <a:ext cx="5358384" cy="612648"/>
          </a:xfrm>
          <a:prstGeom prst="roundRect">
            <a:avLst>
              <a:gd name="adj" fmla="val 23881"/>
            </a:avLst>
          </a:prstGeom>
          <a:solidFill>
            <a:srgbClr val="F5EBD9"/>
          </a:solidFill>
          <a:ln w="12700">
            <a:solidFill>
              <a:srgbClr val="F5EBD9">
                <a:alpha val="0"/>
              </a:srgbClr>
            </a:solidFill>
            <a:prstDash val="solid"/>
          </a:ln>
        </p:spPr>
      </p:sp>
      <p:sp>
        <p:nvSpPr>
          <p:cNvPr id="25" name="Text 23"/>
          <p:cNvSpPr/>
          <p:nvPr/>
        </p:nvSpPr>
        <p:spPr>
          <a:xfrm>
            <a:off x="6099048" y="4334256"/>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عاين السور قبل أن يتحرك</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EA942"/>
          </a:solidFill>
          <a:ln w="12700">
            <a:solidFill>
              <a:srgbClr val="FEA942">
                <a:alpha val="0"/>
              </a:srgbClr>
            </a:solidFill>
            <a:prstDash val="solid"/>
          </a:ln>
        </p:spPr>
      </p:sp>
      <p:sp>
        <p:nvSpPr>
          <p:cNvPr id="3" name="Text 1"/>
          <p:cNvSpPr/>
          <p:nvPr/>
        </p:nvSpPr>
        <p:spPr>
          <a:xfrm>
            <a:off x="512064" y="256032"/>
            <a:ext cx="5669280" cy="310896"/>
          </a:xfrm>
          <a:prstGeom prst="rect">
            <a:avLst/>
          </a:prstGeom>
          <a:noFill/>
          <a:ln/>
        </p:spPr>
        <p:txBody>
          <a:bodyPr wrap="square" lIns="1143" tIns="1143" rIns="1143" bIns="1143" rtlCol="0" anchor="ctr">
            <a:normAutofit/>
          </a:bodyPr>
          <a:lstStyle/>
          <a:p>
            <a:pPr rtl="1" algn="l" indent="0" marL="0">
              <a:buNone/>
            </a:pPr>
            <a:r>
              <a:rPr lang="en-US" sz="1200" b="1" dirty="0">
                <a:solidFill>
                  <a:srgbClr val="66758C"/>
                </a:solidFill>
                <a:latin typeface="Arial" pitchFamily="34" charset="0"/>
                <a:ea typeface="Arial" pitchFamily="34" charset="-122"/>
                <a:cs typeface="Arial" pitchFamily="34" charset="-120"/>
              </a:rPr>
              <a:t>قوم وابنِ  |  الإيجابية المسيحية</a:t>
            </a:r>
            <a:endParaRPr lang="en-US" sz="1200" dirty="0"/>
          </a:p>
        </p:txBody>
      </p:sp>
      <p:sp>
        <p:nvSpPr>
          <p:cNvPr id="4" name="Shape 2"/>
          <p:cNvSpPr/>
          <p:nvPr/>
        </p:nvSpPr>
        <p:spPr>
          <a:xfrm>
            <a:off x="10607040" y="320040"/>
            <a:ext cx="1024128" cy="393192"/>
          </a:xfrm>
          <a:prstGeom prst="roundRect">
            <a:avLst>
              <a:gd name="adj" fmla="val 30233"/>
            </a:avLst>
          </a:prstGeom>
          <a:solidFill>
            <a:srgbClr val="111D34"/>
          </a:solidFill>
          <a:ln w="12700">
            <a:solidFill>
              <a:srgbClr val="111D34">
                <a:alpha val="0"/>
              </a:srgbClr>
            </a:solidFill>
            <a:prstDash val="solid"/>
          </a:ln>
        </p:spPr>
      </p:sp>
      <p:sp>
        <p:nvSpPr>
          <p:cNvPr id="5" name="Text 3"/>
          <p:cNvSpPr/>
          <p:nvPr/>
        </p:nvSpPr>
        <p:spPr>
          <a:xfrm>
            <a:off x="10835640" y="365760"/>
            <a:ext cx="594360" cy="265176"/>
          </a:xfrm>
          <a:prstGeom prst="rect">
            <a:avLst/>
          </a:prstGeom>
          <a:noFill/>
          <a:ln/>
        </p:spPr>
        <p:txBody>
          <a:bodyPr wrap="square" lIns="1143" tIns="1143" rIns="1143" bIns="1143" rtlCol="0" anchor="ctr">
            <a:normAutofit/>
          </a:bodyPr>
          <a:lstStyle/>
          <a:p>
            <a:pPr rtl="1" algn="ctr" indent="0" marL="0">
              <a:buNone/>
            </a:pPr>
            <a:r>
              <a:rPr lang="en-US" sz="1200" b="1" dirty="0">
                <a:solidFill>
                  <a:srgbClr val="FFFFFF"/>
                </a:solidFill>
                <a:latin typeface="Arial" pitchFamily="34" charset="0"/>
                <a:ea typeface="Arial" pitchFamily="34" charset="-122"/>
                <a:cs typeface="Arial" pitchFamily="34" charset="-120"/>
              </a:rPr>
              <a:t>05</a:t>
            </a:r>
            <a:endParaRPr lang="en-US" sz="1200" dirty="0"/>
          </a:p>
        </p:txBody>
      </p:sp>
      <p:sp>
        <p:nvSpPr>
          <p:cNvPr id="6" name="Text 4"/>
          <p:cNvSpPr/>
          <p:nvPr/>
        </p:nvSpPr>
        <p:spPr>
          <a:xfrm>
            <a:off x="5623560" y="1078992"/>
            <a:ext cx="5888736" cy="731520"/>
          </a:xfrm>
          <a:prstGeom prst="rect">
            <a:avLst/>
          </a:prstGeom>
          <a:noFill/>
          <a:ln/>
        </p:spPr>
        <p:txBody>
          <a:bodyPr wrap="square" lIns="1143" tIns="1143" rIns="1143" bIns="1143" rtlCol="0" anchor="ctr">
            <a:normAutofit/>
          </a:bodyPr>
          <a:lstStyle/>
          <a:p>
            <a:pPr rtl="1" algn="r" indent="0" marL="0">
              <a:buNone/>
            </a:pPr>
            <a:r>
              <a:rPr lang="en-US" sz="3400" b="1" dirty="0">
                <a:solidFill>
                  <a:srgbClr val="182944"/>
                </a:solidFill>
                <a:latin typeface="Arial" pitchFamily="34" charset="0"/>
                <a:ea typeface="Arial" pitchFamily="34" charset="-122"/>
                <a:cs typeface="Arial" pitchFamily="34" charset="-120"/>
              </a:rPr>
              <a:t>المشهد الثالث</a:t>
            </a:r>
            <a:endParaRPr lang="en-US" sz="3400" dirty="0"/>
          </a:p>
        </p:txBody>
      </p:sp>
      <p:sp>
        <p:nvSpPr>
          <p:cNvPr id="7" name="Shape 5"/>
          <p:cNvSpPr/>
          <p:nvPr/>
        </p:nvSpPr>
        <p:spPr>
          <a:xfrm>
            <a:off x="502920" y="1371600"/>
            <a:ext cx="4846320" cy="4526280"/>
          </a:xfrm>
          <a:prstGeom prst="roundRect">
            <a:avLst>
              <a:gd name="adj" fmla="val 7071"/>
            </a:avLst>
          </a:prstGeom>
          <a:solidFill>
            <a:srgbClr val="DDECF6"/>
          </a:solidFill>
          <a:ln w="12700">
            <a:solidFill>
              <a:srgbClr val="DDECF6">
                <a:alpha val="0"/>
              </a:srgbClr>
            </a:solidFill>
            <a:prstDash val="solid"/>
          </a:ln>
        </p:spPr>
      </p:sp>
      <p:sp>
        <p:nvSpPr>
          <p:cNvPr id="8" name="Shape 6"/>
          <p:cNvSpPr/>
          <p:nvPr/>
        </p:nvSpPr>
        <p:spPr>
          <a:xfrm>
            <a:off x="3474720" y="1874520"/>
            <a:ext cx="1051560" cy="1051560"/>
          </a:xfrm>
          <a:prstGeom prst="ellipse">
            <a:avLst/>
          </a:prstGeom>
          <a:solidFill>
            <a:srgbClr val="C7E0EE"/>
          </a:solidFill>
          <a:ln w="12700">
            <a:solidFill>
              <a:srgbClr val="C7E0EE">
                <a:alpha val="0"/>
              </a:srgbClr>
            </a:solidFill>
            <a:prstDash val="solid"/>
          </a:ln>
        </p:spPr>
      </p:sp>
      <p:sp>
        <p:nvSpPr>
          <p:cNvPr id="9" name="Shape 7"/>
          <p:cNvSpPr/>
          <p:nvPr/>
        </p:nvSpPr>
        <p:spPr>
          <a:xfrm>
            <a:off x="1051560" y="4892040"/>
            <a:ext cx="713232" cy="438912"/>
          </a:xfrm>
          <a:prstGeom prst="roundRect">
            <a:avLst>
              <a:gd name="adj" fmla="val 10417"/>
            </a:avLst>
          </a:prstGeom>
          <a:solidFill>
            <a:srgbClr val="8BA8B7"/>
          </a:solidFill>
          <a:ln w="12700">
            <a:solidFill>
              <a:srgbClr val="8BA8B7">
                <a:alpha val="0"/>
              </a:srgbClr>
            </a:solidFill>
            <a:prstDash val="solid"/>
          </a:ln>
        </p:spPr>
      </p:sp>
      <p:sp>
        <p:nvSpPr>
          <p:cNvPr id="10" name="Shape 8"/>
          <p:cNvSpPr/>
          <p:nvPr/>
        </p:nvSpPr>
        <p:spPr>
          <a:xfrm>
            <a:off x="1828800" y="4892040"/>
            <a:ext cx="713232" cy="438912"/>
          </a:xfrm>
          <a:prstGeom prst="roundRect">
            <a:avLst>
              <a:gd name="adj" fmla="val 10417"/>
            </a:avLst>
          </a:prstGeom>
          <a:solidFill>
            <a:srgbClr val="8BA8B7"/>
          </a:solidFill>
          <a:ln w="12700">
            <a:solidFill>
              <a:srgbClr val="8BA8B7">
                <a:alpha val="0"/>
              </a:srgbClr>
            </a:solidFill>
            <a:prstDash val="solid"/>
          </a:ln>
        </p:spPr>
      </p:sp>
      <p:sp>
        <p:nvSpPr>
          <p:cNvPr id="11" name="Shape 9"/>
          <p:cNvSpPr/>
          <p:nvPr/>
        </p:nvSpPr>
        <p:spPr>
          <a:xfrm>
            <a:off x="2606040" y="4892040"/>
            <a:ext cx="713232" cy="438912"/>
          </a:xfrm>
          <a:prstGeom prst="roundRect">
            <a:avLst>
              <a:gd name="adj" fmla="val 10417"/>
            </a:avLst>
          </a:prstGeom>
          <a:solidFill>
            <a:srgbClr val="8BA8B7"/>
          </a:solidFill>
          <a:ln w="12700">
            <a:solidFill>
              <a:srgbClr val="8BA8B7">
                <a:alpha val="0"/>
              </a:srgbClr>
            </a:solidFill>
            <a:prstDash val="solid"/>
          </a:ln>
        </p:spPr>
      </p:sp>
      <p:sp>
        <p:nvSpPr>
          <p:cNvPr id="12" name="Shape 10"/>
          <p:cNvSpPr/>
          <p:nvPr/>
        </p:nvSpPr>
        <p:spPr>
          <a:xfrm>
            <a:off x="3383280" y="4892040"/>
            <a:ext cx="713232" cy="438912"/>
          </a:xfrm>
          <a:prstGeom prst="roundRect">
            <a:avLst>
              <a:gd name="adj" fmla="val 10417"/>
            </a:avLst>
          </a:prstGeom>
          <a:solidFill>
            <a:srgbClr val="8BA8B7"/>
          </a:solidFill>
          <a:ln w="12700">
            <a:solidFill>
              <a:srgbClr val="8BA8B7">
                <a:alpha val="0"/>
              </a:srgbClr>
            </a:solidFill>
            <a:prstDash val="solid"/>
          </a:ln>
        </p:spPr>
      </p:sp>
      <p:sp>
        <p:nvSpPr>
          <p:cNvPr id="13" name="Shape 11"/>
          <p:cNvSpPr/>
          <p:nvPr/>
        </p:nvSpPr>
        <p:spPr>
          <a:xfrm>
            <a:off x="4160520" y="4892040"/>
            <a:ext cx="713232" cy="438912"/>
          </a:xfrm>
          <a:prstGeom prst="roundRect">
            <a:avLst>
              <a:gd name="adj" fmla="val 10417"/>
            </a:avLst>
          </a:prstGeom>
          <a:solidFill>
            <a:srgbClr val="8BA8B7"/>
          </a:solidFill>
          <a:ln w="12700">
            <a:solidFill>
              <a:srgbClr val="8BA8B7">
                <a:alpha val="0"/>
              </a:srgbClr>
            </a:solidFill>
            <a:prstDash val="solid"/>
          </a:ln>
        </p:spPr>
      </p:sp>
      <p:sp>
        <p:nvSpPr>
          <p:cNvPr id="14" name="Shape 12"/>
          <p:cNvSpPr/>
          <p:nvPr/>
        </p:nvSpPr>
        <p:spPr>
          <a:xfrm>
            <a:off x="1280160" y="4325112"/>
            <a:ext cx="713232" cy="438912"/>
          </a:xfrm>
          <a:prstGeom prst="roundRect">
            <a:avLst>
              <a:gd name="adj" fmla="val 10417"/>
            </a:avLst>
          </a:prstGeom>
          <a:solidFill>
            <a:srgbClr val="A3BBC6"/>
          </a:solidFill>
          <a:ln w="12700">
            <a:solidFill>
              <a:srgbClr val="A3BBC6">
                <a:alpha val="0"/>
              </a:srgbClr>
            </a:solidFill>
            <a:prstDash val="solid"/>
          </a:ln>
        </p:spPr>
      </p:sp>
      <p:sp>
        <p:nvSpPr>
          <p:cNvPr id="15" name="Shape 13"/>
          <p:cNvSpPr/>
          <p:nvPr/>
        </p:nvSpPr>
        <p:spPr>
          <a:xfrm>
            <a:off x="2057400" y="4325112"/>
            <a:ext cx="713232" cy="438912"/>
          </a:xfrm>
          <a:prstGeom prst="roundRect">
            <a:avLst>
              <a:gd name="adj" fmla="val 10417"/>
            </a:avLst>
          </a:prstGeom>
          <a:solidFill>
            <a:srgbClr val="A3BBC6"/>
          </a:solidFill>
          <a:ln w="12700">
            <a:solidFill>
              <a:srgbClr val="A3BBC6">
                <a:alpha val="0"/>
              </a:srgbClr>
            </a:solidFill>
            <a:prstDash val="solid"/>
          </a:ln>
        </p:spPr>
      </p:sp>
      <p:sp>
        <p:nvSpPr>
          <p:cNvPr id="16" name="Shape 14"/>
          <p:cNvSpPr/>
          <p:nvPr/>
        </p:nvSpPr>
        <p:spPr>
          <a:xfrm>
            <a:off x="2834640" y="4325112"/>
            <a:ext cx="713232" cy="438912"/>
          </a:xfrm>
          <a:prstGeom prst="roundRect">
            <a:avLst>
              <a:gd name="adj" fmla="val 10417"/>
            </a:avLst>
          </a:prstGeom>
          <a:solidFill>
            <a:srgbClr val="A3BBC6"/>
          </a:solidFill>
          <a:ln w="12700">
            <a:solidFill>
              <a:srgbClr val="A3BBC6">
                <a:alpha val="0"/>
              </a:srgbClr>
            </a:solidFill>
            <a:prstDash val="solid"/>
          </a:ln>
        </p:spPr>
      </p:sp>
      <p:sp>
        <p:nvSpPr>
          <p:cNvPr id="17" name="Shape 15"/>
          <p:cNvSpPr/>
          <p:nvPr/>
        </p:nvSpPr>
        <p:spPr>
          <a:xfrm>
            <a:off x="3611880" y="4325112"/>
            <a:ext cx="713232" cy="438912"/>
          </a:xfrm>
          <a:prstGeom prst="roundRect">
            <a:avLst>
              <a:gd name="adj" fmla="val 10417"/>
            </a:avLst>
          </a:prstGeom>
          <a:solidFill>
            <a:srgbClr val="A3BBC6"/>
          </a:solidFill>
          <a:ln w="12700">
            <a:solidFill>
              <a:srgbClr val="A3BBC6">
                <a:alpha val="0"/>
              </a:srgbClr>
            </a:solidFill>
            <a:prstDash val="solid"/>
          </a:ln>
        </p:spPr>
      </p:sp>
      <p:sp>
        <p:nvSpPr>
          <p:cNvPr id="18" name="Shape 16"/>
          <p:cNvSpPr/>
          <p:nvPr/>
        </p:nvSpPr>
        <p:spPr>
          <a:xfrm>
            <a:off x="4389120" y="4325112"/>
            <a:ext cx="713232" cy="438912"/>
          </a:xfrm>
          <a:prstGeom prst="roundRect">
            <a:avLst>
              <a:gd name="adj" fmla="val 10417"/>
            </a:avLst>
          </a:prstGeom>
          <a:solidFill>
            <a:srgbClr val="A3BBC6"/>
          </a:solidFill>
          <a:ln w="12700">
            <a:solidFill>
              <a:srgbClr val="A3BBC6">
                <a:alpha val="0"/>
              </a:srgbClr>
            </a:solidFill>
            <a:prstDash val="solid"/>
          </a:ln>
        </p:spPr>
      </p:sp>
      <p:sp>
        <p:nvSpPr>
          <p:cNvPr id="19" name="Shape 17"/>
          <p:cNvSpPr/>
          <p:nvPr/>
        </p:nvSpPr>
        <p:spPr>
          <a:xfrm>
            <a:off x="1051560" y="3758184"/>
            <a:ext cx="713232" cy="438912"/>
          </a:xfrm>
          <a:prstGeom prst="roundRect">
            <a:avLst>
              <a:gd name="adj" fmla="val 10417"/>
            </a:avLst>
          </a:prstGeom>
          <a:solidFill>
            <a:srgbClr val="8BA8B7"/>
          </a:solidFill>
          <a:ln w="12700">
            <a:solidFill>
              <a:srgbClr val="8BA8B7">
                <a:alpha val="0"/>
              </a:srgbClr>
            </a:solidFill>
            <a:prstDash val="solid"/>
          </a:ln>
        </p:spPr>
      </p:sp>
      <p:sp>
        <p:nvSpPr>
          <p:cNvPr id="20" name="Shape 18"/>
          <p:cNvSpPr/>
          <p:nvPr/>
        </p:nvSpPr>
        <p:spPr>
          <a:xfrm>
            <a:off x="1828800" y="3758184"/>
            <a:ext cx="713232" cy="438912"/>
          </a:xfrm>
          <a:prstGeom prst="roundRect">
            <a:avLst>
              <a:gd name="adj" fmla="val 10417"/>
            </a:avLst>
          </a:prstGeom>
          <a:solidFill>
            <a:srgbClr val="8BA8B7"/>
          </a:solidFill>
          <a:ln w="12700">
            <a:solidFill>
              <a:srgbClr val="8BA8B7">
                <a:alpha val="0"/>
              </a:srgbClr>
            </a:solidFill>
            <a:prstDash val="solid"/>
          </a:ln>
        </p:spPr>
      </p:sp>
      <p:sp>
        <p:nvSpPr>
          <p:cNvPr id="21" name="Shape 19"/>
          <p:cNvSpPr/>
          <p:nvPr/>
        </p:nvSpPr>
        <p:spPr>
          <a:xfrm>
            <a:off x="2606040" y="3758184"/>
            <a:ext cx="713232" cy="438912"/>
          </a:xfrm>
          <a:prstGeom prst="roundRect">
            <a:avLst>
              <a:gd name="adj" fmla="val 10417"/>
            </a:avLst>
          </a:prstGeom>
          <a:solidFill>
            <a:srgbClr val="8BA8B7"/>
          </a:solidFill>
          <a:ln w="12700">
            <a:solidFill>
              <a:srgbClr val="8BA8B7">
                <a:alpha val="0"/>
              </a:srgbClr>
            </a:solidFill>
            <a:prstDash val="solid"/>
          </a:ln>
        </p:spPr>
      </p:sp>
      <p:sp>
        <p:nvSpPr>
          <p:cNvPr id="22" name="Shape 20"/>
          <p:cNvSpPr/>
          <p:nvPr/>
        </p:nvSpPr>
        <p:spPr>
          <a:xfrm>
            <a:off x="3383280" y="3758184"/>
            <a:ext cx="713232" cy="438912"/>
          </a:xfrm>
          <a:prstGeom prst="roundRect">
            <a:avLst>
              <a:gd name="adj" fmla="val 10417"/>
            </a:avLst>
          </a:prstGeom>
          <a:solidFill>
            <a:srgbClr val="8BA8B7"/>
          </a:solidFill>
          <a:ln w="12700">
            <a:solidFill>
              <a:srgbClr val="8BA8B7">
                <a:alpha val="0"/>
              </a:srgbClr>
            </a:solidFill>
            <a:prstDash val="solid"/>
          </a:ln>
        </p:spPr>
      </p:sp>
      <p:sp>
        <p:nvSpPr>
          <p:cNvPr id="23" name="Shape 21"/>
          <p:cNvSpPr/>
          <p:nvPr/>
        </p:nvSpPr>
        <p:spPr>
          <a:xfrm>
            <a:off x="4160520" y="3758184"/>
            <a:ext cx="713232" cy="438912"/>
          </a:xfrm>
          <a:prstGeom prst="roundRect">
            <a:avLst>
              <a:gd name="adj" fmla="val 10417"/>
            </a:avLst>
          </a:prstGeom>
          <a:solidFill>
            <a:srgbClr val="8BA8B7"/>
          </a:solidFill>
          <a:ln w="12700">
            <a:solidFill>
              <a:srgbClr val="8BA8B7">
                <a:alpha val="0"/>
              </a:srgbClr>
            </a:solidFill>
            <a:prstDash val="solid"/>
          </a:ln>
        </p:spPr>
      </p:sp>
      <p:sp>
        <p:nvSpPr>
          <p:cNvPr id="24" name="Shape 22"/>
          <p:cNvSpPr/>
          <p:nvPr/>
        </p:nvSpPr>
        <p:spPr>
          <a:xfrm>
            <a:off x="1280160" y="3191256"/>
            <a:ext cx="713232" cy="438912"/>
          </a:xfrm>
          <a:prstGeom prst="roundRect">
            <a:avLst>
              <a:gd name="adj" fmla="val 10417"/>
            </a:avLst>
          </a:prstGeom>
          <a:solidFill>
            <a:srgbClr val="A3BBC6"/>
          </a:solidFill>
          <a:ln w="12700">
            <a:solidFill>
              <a:srgbClr val="A3BBC6">
                <a:alpha val="0"/>
              </a:srgbClr>
            </a:solidFill>
            <a:prstDash val="solid"/>
          </a:ln>
        </p:spPr>
      </p:sp>
      <p:sp>
        <p:nvSpPr>
          <p:cNvPr id="25" name="Shape 23"/>
          <p:cNvSpPr/>
          <p:nvPr/>
        </p:nvSpPr>
        <p:spPr>
          <a:xfrm>
            <a:off x="2057400" y="3191256"/>
            <a:ext cx="713232" cy="438912"/>
          </a:xfrm>
          <a:prstGeom prst="roundRect">
            <a:avLst>
              <a:gd name="adj" fmla="val 10417"/>
            </a:avLst>
          </a:prstGeom>
          <a:solidFill>
            <a:srgbClr val="A3BBC6"/>
          </a:solidFill>
          <a:ln w="12700">
            <a:solidFill>
              <a:srgbClr val="A3BBC6">
                <a:alpha val="0"/>
              </a:srgbClr>
            </a:solidFill>
            <a:prstDash val="solid"/>
          </a:ln>
        </p:spPr>
      </p:sp>
      <p:sp>
        <p:nvSpPr>
          <p:cNvPr id="26" name="Shape 24"/>
          <p:cNvSpPr/>
          <p:nvPr/>
        </p:nvSpPr>
        <p:spPr>
          <a:xfrm>
            <a:off x="2834640" y="3191256"/>
            <a:ext cx="713232" cy="438912"/>
          </a:xfrm>
          <a:prstGeom prst="roundRect">
            <a:avLst>
              <a:gd name="adj" fmla="val 10417"/>
            </a:avLst>
          </a:prstGeom>
          <a:solidFill>
            <a:srgbClr val="A3BBC6"/>
          </a:solidFill>
          <a:ln w="12700">
            <a:solidFill>
              <a:srgbClr val="A3BBC6">
                <a:alpha val="0"/>
              </a:srgbClr>
            </a:solidFill>
            <a:prstDash val="solid"/>
          </a:ln>
        </p:spPr>
      </p:sp>
      <p:sp>
        <p:nvSpPr>
          <p:cNvPr id="27" name="Shape 25"/>
          <p:cNvSpPr/>
          <p:nvPr/>
        </p:nvSpPr>
        <p:spPr>
          <a:xfrm>
            <a:off x="3611880" y="3191256"/>
            <a:ext cx="713232" cy="438912"/>
          </a:xfrm>
          <a:prstGeom prst="roundRect">
            <a:avLst>
              <a:gd name="adj" fmla="val 10417"/>
            </a:avLst>
          </a:prstGeom>
          <a:solidFill>
            <a:srgbClr val="A3BBC6"/>
          </a:solidFill>
          <a:ln w="12700">
            <a:solidFill>
              <a:srgbClr val="A3BBC6">
                <a:alpha val="0"/>
              </a:srgbClr>
            </a:solidFill>
            <a:prstDash val="solid"/>
          </a:ln>
        </p:spPr>
      </p:sp>
      <p:sp>
        <p:nvSpPr>
          <p:cNvPr id="28" name="Shape 26"/>
          <p:cNvSpPr/>
          <p:nvPr/>
        </p:nvSpPr>
        <p:spPr>
          <a:xfrm>
            <a:off x="4389120" y="3191256"/>
            <a:ext cx="713232" cy="438912"/>
          </a:xfrm>
          <a:prstGeom prst="roundRect">
            <a:avLst>
              <a:gd name="adj" fmla="val 10417"/>
            </a:avLst>
          </a:prstGeom>
          <a:solidFill>
            <a:srgbClr val="A3BBC6"/>
          </a:solidFill>
          <a:ln w="12700">
            <a:solidFill>
              <a:srgbClr val="A3BBC6">
                <a:alpha val="0"/>
              </a:srgbClr>
            </a:solidFill>
            <a:prstDash val="solid"/>
          </a:ln>
        </p:spPr>
      </p:sp>
      <p:sp>
        <p:nvSpPr>
          <p:cNvPr id="29" name="Shape 27"/>
          <p:cNvSpPr/>
          <p:nvPr/>
        </p:nvSpPr>
        <p:spPr>
          <a:xfrm>
            <a:off x="2803368" y="1874520"/>
            <a:ext cx="539496" cy="539496"/>
          </a:xfrm>
          <a:prstGeom prst="ellipse">
            <a:avLst/>
          </a:prstGeom>
          <a:solidFill>
            <a:srgbClr val="F0C9A8"/>
          </a:solidFill>
          <a:ln w="12700">
            <a:solidFill>
              <a:srgbClr val="F0C9A8">
                <a:alpha val="0"/>
              </a:srgbClr>
            </a:solidFill>
            <a:prstDash val="solid"/>
          </a:ln>
        </p:spPr>
      </p:sp>
      <p:sp>
        <p:nvSpPr>
          <p:cNvPr id="30" name="Shape 28"/>
          <p:cNvSpPr/>
          <p:nvPr/>
        </p:nvSpPr>
        <p:spPr>
          <a:xfrm>
            <a:off x="2663099" y="2446386"/>
            <a:ext cx="809244" cy="927933"/>
          </a:xfrm>
          <a:prstGeom prst="roundRect">
            <a:avLst>
              <a:gd name="adj" fmla="val 18079"/>
            </a:avLst>
          </a:prstGeom>
          <a:solidFill>
            <a:srgbClr val="FEA942"/>
          </a:solidFill>
          <a:ln w="12700">
            <a:solidFill>
              <a:srgbClr val="FEA942">
                <a:alpha val="0"/>
              </a:srgbClr>
            </a:solidFill>
            <a:prstDash val="solid"/>
          </a:ln>
        </p:spPr>
      </p:sp>
      <p:sp>
        <p:nvSpPr>
          <p:cNvPr id="31" name="Shape 29"/>
          <p:cNvSpPr/>
          <p:nvPr/>
        </p:nvSpPr>
        <p:spPr>
          <a:xfrm>
            <a:off x="2814157" y="3331159"/>
            <a:ext cx="-129479" cy="647395"/>
          </a:xfrm>
          <a:prstGeom prst="line">
            <a:avLst/>
          </a:prstGeom>
          <a:noFill/>
          <a:ln w="134874">
            <a:solidFill>
              <a:srgbClr val="182944"/>
            </a:solidFill>
            <a:prstDash val="solid"/>
            <a:headEnd type="none"/>
          </a:ln>
        </p:spPr>
      </p:sp>
      <p:sp>
        <p:nvSpPr>
          <p:cNvPr id="32" name="Shape 30"/>
          <p:cNvSpPr/>
          <p:nvPr/>
        </p:nvSpPr>
        <p:spPr>
          <a:xfrm>
            <a:off x="3321284" y="3331159"/>
            <a:ext cx="161849" cy="647395"/>
          </a:xfrm>
          <a:prstGeom prst="line">
            <a:avLst/>
          </a:prstGeom>
          <a:noFill/>
          <a:ln w="134874">
            <a:solidFill>
              <a:srgbClr val="182944"/>
            </a:solidFill>
            <a:prstDash val="solid"/>
            <a:headEnd type="none"/>
          </a:ln>
        </p:spPr>
      </p:sp>
      <p:sp>
        <p:nvSpPr>
          <p:cNvPr id="33" name="Shape 31"/>
          <p:cNvSpPr/>
          <p:nvPr/>
        </p:nvSpPr>
        <p:spPr>
          <a:xfrm>
            <a:off x="2684678" y="2608235"/>
            <a:ext cx="-410017" cy="453177"/>
          </a:xfrm>
          <a:prstGeom prst="line">
            <a:avLst/>
          </a:prstGeom>
          <a:noFill/>
          <a:ln w="119888">
            <a:solidFill>
              <a:srgbClr val="F0C9A8"/>
            </a:solidFill>
            <a:prstDash val="solid"/>
            <a:headEnd type="none"/>
          </a:ln>
        </p:spPr>
      </p:sp>
      <p:sp>
        <p:nvSpPr>
          <p:cNvPr id="34" name="Shape 32"/>
          <p:cNvSpPr/>
          <p:nvPr/>
        </p:nvSpPr>
        <p:spPr>
          <a:xfrm>
            <a:off x="3472343" y="2608235"/>
            <a:ext cx="312908" cy="-302118"/>
          </a:xfrm>
          <a:prstGeom prst="line">
            <a:avLst/>
          </a:prstGeom>
          <a:noFill/>
          <a:ln w="119888">
            <a:solidFill>
              <a:srgbClr val="F0C9A8"/>
            </a:solidFill>
            <a:prstDash val="solid"/>
            <a:headEnd type="none"/>
          </a:ln>
        </p:spPr>
      </p:sp>
      <p:sp>
        <p:nvSpPr>
          <p:cNvPr id="35" name="Shape 33"/>
          <p:cNvSpPr/>
          <p:nvPr/>
        </p:nvSpPr>
        <p:spPr>
          <a:xfrm>
            <a:off x="3429000" y="3108960"/>
            <a:ext cx="822960" cy="1005840"/>
          </a:xfrm>
          <a:prstGeom prst="line">
            <a:avLst/>
          </a:prstGeom>
          <a:noFill/>
          <a:ln w="88900">
            <a:solidFill>
              <a:srgbClr val="FEA942"/>
            </a:solidFill>
            <a:prstDash val="solid"/>
            <a:headEnd type="none"/>
          </a:ln>
        </p:spPr>
      </p:sp>
      <p:sp>
        <p:nvSpPr>
          <p:cNvPr id="36" name="Text 34"/>
          <p:cNvSpPr/>
          <p:nvPr/>
        </p:nvSpPr>
        <p:spPr>
          <a:xfrm>
            <a:off x="5760720" y="1975104"/>
            <a:ext cx="5550408" cy="603504"/>
          </a:xfrm>
          <a:prstGeom prst="rect">
            <a:avLst/>
          </a:prstGeom>
          <a:noFill/>
          <a:ln/>
        </p:spPr>
        <p:txBody>
          <a:bodyPr wrap="square" lIns="1143" tIns="1143" rIns="1143" bIns="1143" rtlCol="0" anchor="ctr">
            <a:normAutofit/>
          </a:bodyPr>
          <a:lstStyle/>
          <a:p>
            <a:pPr rtl="1" algn="r" indent="0" marL="0">
              <a:buNone/>
            </a:pPr>
            <a:r>
              <a:rPr lang="en-US" sz="2500" b="1" dirty="0">
                <a:solidFill>
                  <a:srgbClr val="111D34"/>
                </a:solidFill>
                <a:latin typeface="Arial" pitchFamily="34" charset="0"/>
                <a:ea typeface="Arial" pitchFamily="34" charset="-122"/>
                <a:cs typeface="Arial" pitchFamily="34" charset="-120"/>
              </a:rPr>
              <a:t>«لنقم ولنبن»</a:t>
            </a:r>
            <a:endParaRPr lang="en-US" sz="2500" dirty="0"/>
          </a:p>
        </p:txBody>
      </p:sp>
      <p:sp>
        <p:nvSpPr>
          <p:cNvPr id="37" name="Shape 35"/>
          <p:cNvSpPr/>
          <p:nvPr/>
        </p:nvSpPr>
        <p:spPr>
          <a:xfrm>
            <a:off x="5925312" y="2761488"/>
            <a:ext cx="5358384" cy="612648"/>
          </a:xfrm>
          <a:prstGeom prst="roundRect">
            <a:avLst>
              <a:gd name="adj" fmla="val 23881"/>
            </a:avLst>
          </a:prstGeom>
          <a:solidFill>
            <a:srgbClr val="F5EBD9"/>
          </a:solidFill>
          <a:ln w="12700">
            <a:solidFill>
              <a:srgbClr val="F5EBD9">
                <a:alpha val="0"/>
              </a:srgbClr>
            </a:solidFill>
            <a:prstDash val="solid"/>
          </a:ln>
        </p:spPr>
      </p:sp>
      <p:sp>
        <p:nvSpPr>
          <p:cNvPr id="38" name="Text 36"/>
          <p:cNvSpPr/>
          <p:nvPr/>
        </p:nvSpPr>
        <p:spPr>
          <a:xfrm>
            <a:off x="6099048" y="2834640"/>
            <a:ext cx="4910328" cy="420624"/>
          </a:xfrm>
          <a:prstGeom prst="rect">
            <a:avLst/>
          </a:prstGeom>
          <a:noFill/>
          <a:ln/>
        </p:spPr>
        <p:txBody>
          <a:bodyPr wrap="square" lIns="1143" tIns="1143" rIns="1143" bIns="1143" rtlCol="0" anchor="ctr">
            <a:normAutofit/>
          </a:bodyPr>
          <a:lstStyle/>
          <a:p>
            <a:pPr rtl="1" algn="r" indent="0" marL="0">
              <a:buNone/>
            </a:pPr>
            <a:r>
              <a:rPr lang="en-US" sz="1900" b="1" dirty="0">
                <a:solidFill>
                  <a:srgbClr val="182944"/>
                </a:solidFill>
                <a:latin typeface="Arial" pitchFamily="34" charset="0"/>
                <a:ea typeface="Arial" pitchFamily="34" charset="-122"/>
                <a:cs typeface="Arial" pitchFamily="34" charset="-120"/>
              </a:rPr>
              <a:t>ما اكتفاش بالنقد</a:t>
            </a:r>
            <a:endParaRPr lang="en-US" sz="1900" dirty="0"/>
          </a:p>
        </p:txBody>
      </p:sp>
      <p:sp>
        <p:nvSpPr>
          <p:cNvPr id="39" name="Shape 37"/>
          <p:cNvSpPr/>
          <p:nvPr/>
        </p:nvSpPr>
        <p:spPr>
          <a:xfrm>
            <a:off x="5925312" y="3511296"/>
            <a:ext cx="5358384" cy="612648"/>
          </a:xfrm>
          <a:prstGeom prst="roundRect">
            <a:avLst>
              <a:gd name="adj" fmla="val 23881"/>
            </a:avLst>
          </a:prstGeom>
          <a:solidFill>
            <a:srgbClr val="FFFFFF"/>
          </a:solidFill>
          <a:ln w="12700">
            <a:solidFill>
              <a:srgbClr val="FFFFFF">
                <a:alpha val="0"/>
              </a:srgbClr>
            </a:solidFill>
            <a:prstDash val="solid"/>
          </a:ln>
        </p:spPr>
      </p:sp>
      <p:sp>
        <p:nvSpPr>
          <p:cNvPr id="40" name="Text 38"/>
          <p:cNvSpPr/>
          <p:nvPr/>
        </p:nvSpPr>
        <p:spPr>
          <a:xfrm>
            <a:off x="6099048" y="3584448"/>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شجع الناس يشتغلوا معًا</a:t>
            </a:r>
            <a:endParaRPr lang="en-US" sz="1900" dirty="0"/>
          </a:p>
        </p:txBody>
      </p:sp>
      <p:sp>
        <p:nvSpPr>
          <p:cNvPr id="41" name="Shape 39"/>
          <p:cNvSpPr/>
          <p:nvPr/>
        </p:nvSpPr>
        <p:spPr>
          <a:xfrm>
            <a:off x="5925312" y="4261104"/>
            <a:ext cx="5358384" cy="612648"/>
          </a:xfrm>
          <a:prstGeom prst="roundRect">
            <a:avLst>
              <a:gd name="adj" fmla="val 23881"/>
            </a:avLst>
          </a:prstGeom>
          <a:solidFill>
            <a:srgbClr val="F5EBD9"/>
          </a:solidFill>
          <a:ln w="12700">
            <a:solidFill>
              <a:srgbClr val="F5EBD9">
                <a:alpha val="0"/>
              </a:srgbClr>
            </a:solidFill>
            <a:prstDash val="solid"/>
          </a:ln>
        </p:spPr>
      </p:sp>
      <p:sp>
        <p:nvSpPr>
          <p:cNvPr id="42" name="Text 40"/>
          <p:cNvSpPr/>
          <p:nvPr/>
        </p:nvSpPr>
        <p:spPr>
          <a:xfrm>
            <a:off x="6099048" y="4334256"/>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كمل رغم السخرية والصعوبات</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E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EA942"/>
          </a:solidFill>
          <a:ln w="12700">
            <a:solidFill>
              <a:srgbClr val="FEA942">
                <a:alpha val="0"/>
              </a:srgbClr>
            </a:solidFill>
            <a:prstDash val="solid"/>
          </a:ln>
        </p:spPr>
      </p:sp>
      <p:sp>
        <p:nvSpPr>
          <p:cNvPr id="3" name="Text 1"/>
          <p:cNvSpPr/>
          <p:nvPr/>
        </p:nvSpPr>
        <p:spPr>
          <a:xfrm>
            <a:off x="512064" y="256032"/>
            <a:ext cx="5669280" cy="310896"/>
          </a:xfrm>
          <a:prstGeom prst="rect">
            <a:avLst/>
          </a:prstGeom>
          <a:noFill/>
          <a:ln/>
        </p:spPr>
        <p:txBody>
          <a:bodyPr wrap="square" lIns="1143" tIns="1143" rIns="1143" bIns="1143" rtlCol="0" anchor="ctr">
            <a:normAutofit/>
          </a:bodyPr>
          <a:lstStyle/>
          <a:p>
            <a:pPr rtl="1" algn="l" indent="0" marL="0">
              <a:buNone/>
            </a:pPr>
            <a:r>
              <a:rPr lang="en-US" sz="1200" b="1" dirty="0">
                <a:solidFill>
                  <a:srgbClr val="66758C"/>
                </a:solidFill>
                <a:latin typeface="Arial" pitchFamily="34" charset="0"/>
                <a:ea typeface="Arial" pitchFamily="34" charset="-122"/>
                <a:cs typeface="Arial" pitchFamily="34" charset="-120"/>
              </a:rPr>
              <a:t>قوم وابنِ  |  الإيجابية المسيحية</a:t>
            </a:r>
            <a:endParaRPr lang="en-US" sz="1200" dirty="0"/>
          </a:p>
        </p:txBody>
      </p:sp>
      <p:sp>
        <p:nvSpPr>
          <p:cNvPr id="4" name="Shape 2"/>
          <p:cNvSpPr/>
          <p:nvPr/>
        </p:nvSpPr>
        <p:spPr>
          <a:xfrm>
            <a:off x="10607040" y="320040"/>
            <a:ext cx="1024128" cy="393192"/>
          </a:xfrm>
          <a:prstGeom prst="roundRect">
            <a:avLst>
              <a:gd name="adj" fmla="val 30233"/>
            </a:avLst>
          </a:prstGeom>
          <a:solidFill>
            <a:srgbClr val="111D34"/>
          </a:solidFill>
          <a:ln w="12700">
            <a:solidFill>
              <a:srgbClr val="111D34">
                <a:alpha val="0"/>
              </a:srgbClr>
            </a:solidFill>
            <a:prstDash val="solid"/>
          </a:ln>
        </p:spPr>
      </p:sp>
      <p:sp>
        <p:nvSpPr>
          <p:cNvPr id="5" name="Text 3"/>
          <p:cNvSpPr/>
          <p:nvPr/>
        </p:nvSpPr>
        <p:spPr>
          <a:xfrm>
            <a:off x="10835640" y="365760"/>
            <a:ext cx="594360" cy="265176"/>
          </a:xfrm>
          <a:prstGeom prst="rect">
            <a:avLst/>
          </a:prstGeom>
          <a:noFill/>
          <a:ln/>
        </p:spPr>
        <p:txBody>
          <a:bodyPr wrap="square" lIns="1143" tIns="1143" rIns="1143" bIns="1143" rtlCol="0" anchor="ctr">
            <a:normAutofit/>
          </a:bodyPr>
          <a:lstStyle/>
          <a:p>
            <a:pPr rtl="1" algn="ctr" indent="0" marL="0">
              <a:buNone/>
            </a:pPr>
            <a:r>
              <a:rPr lang="en-US" sz="1200" b="1" dirty="0">
                <a:solidFill>
                  <a:srgbClr val="FFFFFF"/>
                </a:solidFill>
                <a:latin typeface="Arial" pitchFamily="34" charset="0"/>
                <a:ea typeface="Arial" pitchFamily="34" charset="-122"/>
                <a:cs typeface="Arial" pitchFamily="34" charset="-120"/>
              </a:rPr>
              <a:t>06</a:t>
            </a:r>
            <a:endParaRPr lang="en-US" sz="1200" dirty="0"/>
          </a:p>
        </p:txBody>
      </p:sp>
      <p:sp>
        <p:nvSpPr>
          <p:cNvPr id="6" name="Text 4"/>
          <p:cNvSpPr/>
          <p:nvPr/>
        </p:nvSpPr>
        <p:spPr>
          <a:xfrm>
            <a:off x="5623560" y="1078992"/>
            <a:ext cx="5888736" cy="731520"/>
          </a:xfrm>
          <a:prstGeom prst="rect">
            <a:avLst/>
          </a:prstGeom>
          <a:noFill/>
          <a:ln/>
        </p:spPr>
        <p:txBody>
          <a:bodyPr wrap="square" lIns="1143" tIns="1143" rIns="1143" bIns="1143" rtlCol="0" anchor="ctr">
            <a:normAutofit/>
          </a:bodyPr>
          <a:lstStyle/>
          <a:p>
            <a:pPr rtl="1" algn="r" indent="0" marL="0">
              <a:buNone/>
            </a:pPr>
            <a:r>
              <a:rPr lang="en-US" sz="3400" b="1" dirty="0">
                <a:solidFill>
                  <a:srgbClr val="182944"/>
                </a:solidFill>
                <a:latin typeface="Arial" pitchFamily="34" charset="0"/>
                <a:ea typeface="Arial" pitchFamily="34" charset="-122"/>
                <a:cs typeface="Arial" pitchFamily="34" charset="-120"/>
              </a:rPr>
              <a:t>يعني إيه إيجابية مسيحية؟</a:t>
            </a:r>
            <a:endParaRPr lang="en-US" sz="3400" dirty="0"/>
          </a:p>
        </p:txBody>
      </p:sp>
      <p:sp>
        <p:nvSpPr>
          <p:cNvPr id="7" name="Shape 5"/>
          <p:cNvSpPr/>
          <p:nvPr/>
        </p:nvSpPr>
        <p:spPr>
          <a:xfrm>
            <a:off x="502920" y="1371600"/>
            <a:ext cx="4846320" cy="4526280"/>
          </a:xfrm>
          <a:prstGeom prst="roundRect">
            <a:avLst>
              <a:gd name="adj" fmla="val 7071"/>
            </a:avLst>
          </a:prstGeom>
          <a:solidFill>
            <a:srgbClr val="DDECF6"/>
          </a:solidFill>
          <a:ln w="12700">
            <a:solidFill>
              <a:srgbClr val="DDECF6">
                <a:alpha val="0"/>
              </a:srgbClr>
            </a:solidFill>
            <a:prstDash val="solid"/>
          </a:ln>
        </p:spPr>
      </p:sp>
      <p:sp>
        <p:nvSpPr>
          <p:cNvPr id="8" name="Shape 6"/>
          <p:cNvSpPr/>
          <p:nvPr/>
        </p:nvSpPr>
        <p:spPr>
          <a:xfrm>
            <a:off x="3474720" y="1874520"/>
            <a:ext cx="1051560" cy="1051560"/>
          </a:xfrm>
          <a:prstGeom prst="ellipse">
            <a:avLst/>
          </a:prstGeom>
          <a:solidFill>
            <a:srgbClr val="C7E0EE"/>
          </a:solidFill>
          <a:ln w="12700">
            <a:solidFill>
              <a:srgbClr val="C7E0EE">
                <a:alpha val="0"/>
              </a:srgbClr>
            </a:solidFill>
            <a:prstDash val="solid"/>
          </a:ln>
        </p:spPr>
      </p:sp>
      <p:sp>
        <p:nvSpPr>
          <p:cNvPr id="9" name="Shape 7"/>
          <p:cNvSpPr/>
          <p:nvPr/>
        </p:nvSpPr>
        <p:spPr>
          <a:xfrm>
            <a:off x="1986077" y="2194560"/>
            <a:ext cx="548640" cy="548640"/>
          </a:xfrm>
          <a:prstGeom prst="ellipse">
            <a:avLst/>
          </a:prstGeom>
          <a:solidFill>
            <a:srgbClr val="F0C9A8"/>
          </a:solidFill>
          <a:ln w="12700">
            <a:solidFill>
              <a:srgbClr val="F0C9A8">
                <a:alpha val="0"/>
              </a:srgbClr>
            </a:solidFill>
            <a:prstDash val="solid"/>
          </a:ln>
        </p:spPr>
      </p:sp>
      <p:sp>
        <p:nvSpPr>
          <p:cNvPr id="10" name="Shape 8"/>
          <p:cNvSpPr/>
          <p:nvPr/>
        </p:nvSpPr>
        <p:spPr>
          <a:xfrm>
            <a:off x="1843430" y="2776118"/>
            <a:ext cx="822960" cy="943661"/>
          </a:xfrm>
          <a:prstGeom prst="roundRect">
            <a:avLst>
              <a:gd name="adj" fmla="val 17778"/>
            </a:avLst>
          </a:prstGeom>
          <a:solidFill>
            <a:srgbClr val="FEA942"/>
          </a:solidFill>
          <a:ln w="12700">
            <a:solidFill>
              <a:srgbClr val="FEA942">
                <a:alpha val="0"/>
              </a:srgbClr>
            </a:solidFill>
            <a:prstDash val="solid"/>
          </a:ln>
        </p:spPr>
      </p:sp>
      <p:sp>
        <p:nvSpPr>
          <p:cNvPr id="11" name="Shape 9"/>
          <p:cNvSpPr/>
          <p:nvPr/>
        </p:nvSpPr>
        <p:spPr>
          <a:xfrm>
            <a:off x="1997050" y="3675888"/>
            <a:ext cx="-131674" cy="658368"/>
          </a:xfrm>
          <a:prstGeom prst="line">
            <a:avLst/>
          </a:prstGeom>
          <a:noFill/>
          <a:ln w="137160">
            <a:solidFill>
              <a:srgbClr val="182944"/>
            </a:solidFill>
            <a:prstDash val="solid"/>
            <a:headEnd type="none"/>
          </a:ln>
        </p:spPr>
      </p:sp>
      <p:sp>
        <p:nvSpPr>
          <p:cNvPr id="12" name="Shape 10"/>
          <p:cNvSpPr/>
          <p:nvPr/>
        </p:nvSpPr>
        <p:spPr>
          <a:xfrm>
            <a:off x="2512771" y="3675888"/>
            <a:ext cx="164592" cy="658368"/>
          </a:xfrm>
          <a:prstGeom prst="line">
            <a:avLst/>
          </a:prstGeom>
          <a:noFill/>
          <a:ln w="137160">
            <a:solidFill>
              <a:srgbClr val="182944"/>
            </a:solidFill>
            <a:prstDash val="solid"/>
            <a:headEnd type="none"/>
          </a:ln>
        </p:spPr>
      </p:sp>
      <p:sp>
        <p:nvSpPr>
          <p:cNvPr id="13" name="Shape 11"/>
          <p:cNvSpPr/>
          <p:nvPr/>
        </p:nvSpPr>
        <p:spPr>
          <a:xfrm>
            <a:off x="1865376" y="2940710"/>
            <a:ext cx="-416966" cy="460858"/>
          </a:xfrm>
          <a:prstGeom prst="line">
            <a:avLst/>
          </a:prstGeom>
          <a:noFill/>
          <a:ln w="121920">
            <a:solidFill>
              <a:srgbClr val="F0C9A8"/>
            </a:solidFill>
            <a:prstDash val="solid"/>
            <a:headEnd type="none"/>
          </a:ln>
        </p:spPr>
      </p:sp>
      <p:sp>
        <p:nvSpPr>
          <p:cNvPr id="14" name="Shape 12"/>
          <p:cNvSpPr/>
          <p:nvPr/>
        </p:nvSpPr>
        <p:spPr>
          <a:xfrm>
            <a:off x="2666390" y="2940710"/>
            <a:ext cx="318211" cy="-307238"/>
          </a:xfrm>
          <a:prstGeom prst="line">
            <a:avLst/>
          </a:prstGeom>
          <a:noFill/>
          <a:ln w="121920">
            <a:solidFill>
              <a:srgbClr val="F0C9A8"/>
            </a:solidFill>
            <a:prstDash val="solid"/>
            <a:headEnd type="none"/>
          </a:ln>
        </p:spPr>
      </p:sp>
      <p:sp>
        <p:nvSpPr>
          <p:cNvPr id="15" name="Shape 13"/>
          <p:cNvSpPr/>
          <p:nvPr/>
        </p:nvSpPr>
        <p:spPr>
          <a:xfrm>
            <a:off x="3749040" y="2926080"/>
            <a:ext cx="822960" cy="822960"/>
          </a:xfrm>
          <a:prstGeom prst="ellipse">
            <a:avLst/>
          </a:prstGeom>
          <a:solidFill>
            <a:srgbClr val="D8F2E7"/>
          </a:solidFill>
          <a:ln w="12700">
            <a:solidFill>
              <a:srgbClr val="D8F2E7">
                <a:alpha val="0"/>
              </a:srgbClr>
            </a:solidFill>
            <a:prstDash val="solid"/>
          </a:ln>
        </p:spPr>
      </p:sp>
      <p:sp>
        <p:nvSpPr>
          <p:cNvPr id="16" name="Text 14"/>
          <p:cNvSpPr/>
          <p:nvPr/>
        </p:nvSpPr>
        <p:spPr>
          <a:xfrm>
            <a:off x="3803904" y="2980944"/>
            <a:ext cx="594360" cy="457200"/>
          </a:xfrm>
          <a:prstGeom prst="rect">
            <a:avLst/>
          </a:prstGeom>
          <a:noFill/>
          <a:ln/>
        </p:spPr>
        <p:txBody>
          <a:bodyPr wrap="square" lIns="1143" tIns="1143" rIns="1143" bIns="1143" rtlCol="0" anchor="ctr">
            <a:normAutofit/>
          </a:bodyPr>
          <a:lstStyle/>
          <a:p>
            <a:pPr rtl="1" algn="ctr" indent="0" marL="0">
              <a:buNone/>
            </a:pPr>
            <a:r>
              <a:rPr lang="en-US" sz="2600" b="1" dirty="0">
                <a:solidFill>
                  <a:srgbClr val="187B61"/>
                </a:solidFill>
                <a:latin typeface="Arial" pitchFamily="34" charset="0"/>
                <a:ea typeface="Arial" pitchFamily="34" charset="-122"/>
                <a:cs typeface="Arial" pitchFamily="34" charset="-120"/>
              </a:rPr>
              <a:t>✓</a:t>
            </a:r>
            <a:endParaRPr lang="en-US" sz="2600" dirty="0"/>
          </a:p>
        </p:txBody>
      </p:sp>
      <p:sp>
        <p:nvSpPr>
          <p:cNvPr id="17" name="Text 15"/>
          <p:cNvSpPr/>
          <p:nvPr/>
        </p:nvSpPr>
        <p:spPr>
          <a:xfrm>
            <a:off x="5760720" y="1975104"/>
            <a:ext cx="5550408" cy="603504"/>
          </a:xfrm>
          <a:prstGeom prst="rect">
            <a:avLst/>
          </a:prstGeom>
          <a:noFill/>
          <a:ln/>
        </p:spPr>
        <p:txBody>
          <a:bodyPr wrap="square" lIns="1143" tIns="1143" rIns="1143" bIns="1143" rtlCol="0" anchor="ctr">
            <a:normAutofit/>
          </a:bodyPr>
          <a:lstStyle/>
          <a:p>
            <a:pPr rtl="1" algn="r" indent="0" marL="0">
              <a:buNone/>
            </a:pPr>
            <a:r>
              <a:rPr lang="en-US" sz="2500" b="1" dirty="0">
                <a:solidFill>
                  <a:srgbClr val="111D34"/>
                </a:solidFill>
                <a:latin typeface="Arial" pitchFamily="34" charset="0"/>
                <a:ea typeface="Arial" pitchFamily="34" charset="-122"/>
                <a:cs typeface="Arial" pitchFamily="34" charset="-120"/>
              </a:rPr>
              <a:t>الإيمان بيتحوّل لمحبة عملية</a:t>
            </a:r>
            <a:endParaRPr lang="en-US" sz="2500" dirty="0"/>
          </a:p>
        </p:txBody>
      </p:sp>
      <p:sp>
        <p:nvSpPr>
          <p:cNvPr id="18" name="Shape 16"/>
          <p:cNvSpPr/>
          <p:nvPr/>
        </p:nvSpPr>
        <p:spPr>
          <a:xfrm>
            <a:off x="5925312" y="2761488"/>
            <a:ext cx="5358384" cy="612648"/>
          </a:xfrm>
          <a:prstGeom prst="roundRect">
            <a:avLst>
              <a:gd name="adj" fmla="val 23881"/>
            </a:avLst>
          </a:prstGeom>
          <a:solidFill>
            <a:srgbClr val="F5EBD9"/>
          </a:solidFill>
          <a:ln w="12700">
            <a:solidFill>
              <a:srgbClr val="F5EBD9">
                <a:alpha val="0"/>
              </a:srgbClr>
            </a:solidFill>
            <a:prstDash val="solid"/>
          </a:ln>
        </p:spPr>
      </p:sp>
      <p:sp>
        <p:nvSpPr>
          <p:cNvPr id="19" name="Text 17"/>
          <p:cNvSpPr/>
          <p:nvPr/>
        </p:nvSpPr>
        <p:spPr>
          <a:xfrm>
            <a:off x="6099048" y="2834640"/>
            <a:ext cx="4910328" cy="420624"/>
          </a:xfrm>
          <a:prstGeom prst="rect">
            <a:avLst/>
          </a:prstGeom>
          <a:noFill/>
          <a:ln/>
        </p:spPr>
        <p:txBody>
          <a:bodyPr wrap="square" lIns="1143" tIns="1143" rIns="1143" bIns="1143" rtlCol="0" anchor="ctr">
            <a:normAutofit/>
          </a:bodyPr>
          <a:lstStyle/>
          <a:p>
            <a:pPr rtl="1" algn="r" indent="0" marL="0">
              <a:buNone/>
            </a:pPr>
            <a:r>
              <a:rPr lang="en-US" sz="1900" b="1" dirty="0">
                <a:solidFill>
                  <a:srgbClr val="182944"/>
                </a:solidFill>
                <a:latin typeface="Arial" pitchFamily="34" charset="0"/>
                <a:ea typeface="Arial" pitchFamily="34" charset="-122"/>
                <a:cs typeface="Arial" pitchFamily="34" charset="-120"/>
              </a:rPr>
              <a:t>ألاحظ الاحتياج</a:t>
            </a:r>
            <a:endParaRPr lang="en-US" sz="1900" dirty="0"/>
          </a:p>
        </p:txBody>
      </p:sp>
      <p:sp>
        <p:nvSpPr>
          <p:cNvPr id="20" name="Shape 18"/>
          <p:cNvSpPr/>
          <p:nvPr/>
        </p:nvSpPr>
        <p:spPr>
          <a:xfrm>
            <a:off x="5925312" y="3511296"/>
            <a:ext cx="5358384" cy="612648"/>
          </a:xfrm>
          <a:prstGeom prst="roundRect">
            <a:avLst>
              <a:gd name="adj" fmla="val 23881"/>
            </a:avLst>
          </a:prstGeom>
          <a:solidFill>
            <a:srgbClr val="FFFFFF"/>
          </a:solidFill>
          <a:ln w="12700">
            <a:solidFill>
              <a:srgbClr val="FFFFFF">
                <a:alpha val="0"/>
              </a:srgbClr>
            </a:solidFill>
            <a:prstDash val="solid"/>
          </a:ln>
        </p:spPr>
      </p:sp>
      <p:sp>
        <p:nvSpPr>
          <p:cNvPr id="21" name="Text 19"/>
          <p:cNvSpPr/>
          <p:nvPr/>
        </p:nvSpPr>
        <p:spPr>
          <a:xfrm>
            <a:off x="6099048" y="3584448"/>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أصلي وأفكر بحكمة</a:t>
            </a:r>
            <a:endParaRPr lang="en-US" sz="1900" dirty="0"/>
          </a:p>
        </p:txBody>
      </p:sp>
      <p:sp>
        <p:nvSpPr>
          <p:cNvPr id="22" name="Shape 20"/>
          <p:cNvSpPr/>
          <p:nvPr/>
        </p:nvSpPr>
        <p:spPr>
          <a:xfrm>
            <a:off x="5925312" y="4261104"/>
            <a:ext cx="5358384" cy="612648"/>
          </a:xfrm>
          <a:prstGeom prst="roundRect">
            <a:avLst>
              <a:gd name="adj" fmla="val 23881"/>
            </a:avLst>
          </a:prstGeom>
          <a:solidFill>
            <a:srgbClr val="F5EBD9"/>
          </a:solidFill>
          <a:ln w="12700">
            <a:solidFill>
              <a:srgbClr val="F5EBD9">
                <a:alpha val="0"/>
              </a:srgbClr>
            </a:solidFill>
            <a:prstDash val="solid"/>
          </a:ln>
        </p:spPr>
      </p:sp>
      <p:sp>
        <p:nvSpPr>
          <p:cNvPr id="23" name="Text 21"/>
          <p:cNvSpPr/>
          <p:nvPr/>
        </p:nvSpPr>
        <p:spPr>
          <a:xfrm>
            <a:off x="6099048" y="4334256"/>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أعمل الخير المتاح ليا</a:t>
            </a:r>
            <a:endParaRPr lang="en-US" sz="1900" dirty="0"/>
          </a:p>
        </p:txBody>
      </p:sp>
      <p:sp>
        <p:nvSpPr>
          <p:cNvPr id="24" name="Shape 22"/>
          <p:cNvSpPr/>
          <p:nvPr/>
        </p:nvSpPr>
        <p:spPr>
          <a:xfrm>
            <a:off x="5925312" y="5010912"/>
            <a:ext cx="5358384" cy="612648"/>
          </a:xfrm>
          <a:prstGeom prst="roundRect">
            <a:avLst>
              <a:gd name="adj" fmla="val 23881"/>
            </a:avLst>
          </a:prstGeom>
          <a:solidFill>
            <a:srgbClr val="FFFFFF"/>
          </a:solidFill>
          <a:ln w="12700">
            <a:solidFill>
              <a:srgbClr val="FFFFFF">
                <a:alpha val="0"/>
              </a:srgbClr>
            </a:solidFill>
            <a:prstDash val="solid"/>
          </a:ln>
        </p:spPr>
      </p:sp>
      <p:sp>
        <p:nvSpPr>
          <p:cNvPr id="25" name="Text 23"/>
          <p:cNvSpPr/>
          <p:nvPr/>
        </p:nvSpPr>
        <p:spPr>
          <a:xfrm>
            <a:off x="6099048" y="5084064"/>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أطلب مساعدة لو الموقف أكبر مني</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E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EA942"/>
          </a:solidFill>
          <a:ln w="12700">
            <a:solidFill>
              <a:srgbClr val="FEA942">
                <a:alpha val="0"/>
              </a:srgbClr>
            </a:solidFill>
            <a:prstDash val="solid"/>
          </a:ln>
        </p:spPr>
      </p:sp>
      <p:sp>
        <p:nvSpPr>
          <p:cNvPr id="3" name="Text 1"/>
          <p:cNvSpPr/>
          <p:nvPr/>
        </p:nvSpPr>
        <p:spPr>
          <a:xfrm>
            <a:off x="512064" y="256032"/>
            <a:ext cx="5669280" cy="310896"/>
          </a:xfrm>
          <a:prstGeom prst="rect">
            <a:avLst/>
          </a:prstGeom>
          <a:noFill/>
          <a:ln/>
        </p:spPr>
        <p:txBody>
          <a:bodyPr wrap="square" lIns="1143" tIns="1143" rIns="1143" bIns="1143" rtlCol="0" anchor="ctr">
            <a:normAutofit/>
          </a:bodyPr>
          <a:lstStyle/>
          <a:p>
            <a:pPr rtl="1" algn="l" indent="0" marL="0">
              <a:buNone/>
            </a:pPr>
            <a:r>
              <a:rPr lang="en-US" sz="1200" b="1" dirty="0">
                <a:solidFill>
                  <a:srgbClr val="66758C"/>
                </a:solidFill>
                <a:latin typeface="Arial" pitchFamily="34" charset="0"/>
                <a:ea typeface="Arial" pitchFamily="34" charset="-122"/>
                <a:cs typeface="Arial" pitchFamily="34" charset="-120"/>
              </a:rPr>
              <a:t>قوم وابنِ  |  الإيجابية المسيحية</a:t>
            </a:r>
            <a:endParaRPr lang="en-US" sz="1200" dirty="0"/>
          </a:p>
        </p:txBody>
      </p:sp>
      <p:sp>
        <p:nvSpPr>
          <p:cNvPr id="4" name="Shape 2"/>
          <p:cNvSpPr/>
          <p:nvPr/>
        </p:nvSpPr>
        <p:spPr>
          <a:xfrm>
            <a:off x="10607040" y="320040"/>
            <a:ext cx="1024128" cy="393192"/>
          </a:xfrm>
          <a:prstGeom prst="roundRect">
            <a:avLst>
              <a:gd name="adj" fmla="val 30233"/>
            </a:avLst>
          </a:prstGeom>
          <a:solidFill>
            <a:srgbClr val="111D34"/>
          </a:solidFill>
          <a:ln w="12700">
            <a:solidFill>
              <a:srgbClr val="111D34">
                <a:alpha val="0"/>
              </a:srgbClr>
            </a:solidFill>
            <a:prstDash val="solid"/>
          </a:ln>
        </p:spPr>
      </p:sp>
      <p:sp>
        <p:nvSpPr>
          <p:cNvPr id="5" name="Text 3"/>
          <p:cNvSpPr/>
          <p:nvPr/>
        </p:nvSpPr>
        <p:spPr>
          <a:xfrm>
            <a:off x="10835640" y="365760"/>
            <a:ext cx="594360" cy="265176"/>
          </a:xfrm>
          <a:prstGeom prst="rect">
            <a:avLst/>
          </a:prstGeom>
          <a:noFill/>
          <a:ln/>
        </p:spPr>
        <p:txBody>
          <a:bodyPr wrap="square" lIns="1143" tIns="1143" rIns="1143" bIns="1143" rtlCol="0" anchor="ctr">
            <a:normAutofit/>
          </a:bodyPr>
          <a:lstStyle/>
          <a:p>
            <a:pPr rtl="1" algn="ctr" indent="0" marL="0">
              <a:buNone/>
            </a:pPr>
            <a:r>
              <a:rPr lang="en-US" sz="1200" b="1" dirty="0">
                <a:solidFill>
                  <a:srgbClr val="FFFFFF"/>
                </a:solidFill>
                <a:latin typeface="Arial" pitchFamily="34" charset="0"/>
                <a:ea typeface="Arial" pitchFamily="34" charset="-122"/>
                <a:cs typeface="Arial" pitchFamily="34" charset="-120"/>
              </a:rPr>
              <a:t>07</a:t>
            </a:r>
            <a:endParaRPr lang="en-US" sz="1200" dirty="0"/>
          </a:p>
        </p:txBody>
      </p:sp>
      <p:sp>
        <p:nvSpPr>
          <p:cNvPr id="6" name="Text 4"/>
          <p:cNvSpPr/>
          <p:nvPr/>
        </p:nvSpPr>
        <p:spPr>
          <a:xfrm>
            <a:off x="5623560" y="1078992"/>
            <a:ext cx="5888736" cy="731520"/>
          </a:xfrm>
          <a:prstGeom prst="rect">
            <a:avLst/>
          </a:prstGeom>
          <a:noFill/>
          <a:ln/>
        </p:spPr>
        <p:txBody>
          <a:bodyPr wrap="square" lIns="1143" tIns="1143" rIns="1143" bIns="1143" rtlCol="0" anchor="ctr">
            <a:normAutofit/>
          </a:bodyPr>
          <a:lstStyle/>
          <a:p>
            <a:pPr rtl="1" algn="r" indent="0" marL="0">
              <a:buNone/>
            </a:pPr>
            <a:r>
              <a:rPr lang="en-US" sz="3400" b="1" dirty="0">
                <a:solidFill>
                  <a:srgbClr val="182944"/>
                </a:solidFill>
                <a:latin typeface="Arial" pitchFamily="34" charset="0"/>
                <a:ea typeface="Arial" pitchFamily="34" charset="-122"/>
                <a:cs typeface="Arial" pitchFamily="34" charset="-120"/>
              </a:rPr>
              <a:t>مش إيجابية!</a:t>
            </a:r>
            <a:endParaRPr lang="en-US" sz="3400" dirty="0"/>
          </a:p>
        </p:txBody>
      </p:sp>
      <p:sp>
        <p:nvSpPr>
          <p:cNvPr id="7" name="Shape 5"/>
          <p:cNvSpPr/>
          <p:nvPr/>
        </p:nvSpPr>
        <p:spPr>
          <a:xfrm>
            <a:off x="502920" y="1371600"/>
            <a:ext cx="4846320" cy="4526280"/>
          </a:xfrm>
          <a:prstGeom prst="roundRect">
            <a:avLst>
              <a:gd name="adj" fmla="val 7071"/>
            </a:avLst>
          </a:prstGeom>
          <a:solidFill>
            <a:srgbClr val="DDECF6"/>
          </a:solidFill>
          <a:ln w="12700">
            <a:solidFill>
              <a:srgbClr val="DDECF6">
                <a:alpha val="0"/>
              </a:srgbClr>
            </a:solidFill>
            <a:prstDash val="solid"/>
          </a:ln>
        </p:spPr>
      </p:sp>
      <p:sp>
        <p:nvSpPr>
          <p:cNvPr id="8" name="Shape 6"/>
          <p:cNvSpPr/>
          <p:nvPr/>
        </p:nvSpPr>
        <p:spPr>
          <a:xfrm>
            <a:off x="3474720" y="1874520"/>
            <a:ext cx="1051560" cy="1051560"/>
          </a:xfrm>
          <a:prstGeom prst="ellipse">
            <a:avLst/>
          </a:prstGeom>
          <a:solidFill>
            <a:srgbClr val="C7E0EE"/>
          </a:solidFill>
          <a:ln w="12700">
            <a:solidFill>
              <a:srgbClr val="C7E0EE">
                <a:alpha val="0"/>
              </a:srgbClr>
            </a:solidFill>
            <a:prstDash val="solid"/>
          </a:ln>
        </p:spPr>
      </p:sp>
      <p:sp>
        <p:nvSpPr>
          <p:cNvPr id="9" name="Shape 7"/>
          <p:cNvSpPr/>
          <p:nvPr/>
        </p:nvSpPr>
        <p:spPr>
          <a:xfrm>
            <a:off x="1506200" y="2423160"/>
            <a:ext cx="512064" cy="512064"/>
          </a:xfrm>
          <a:prstGeom prst="ellipse">
            <a:avLst/>
          </a:prstGeom>
          <a:solidFill>
            <a:srgbClr val="F0C9A8"/>
          </a:solidFill>
          <a:ln w="12700">
            <a:solidFill>
              <a:srgbClr val="F0C9A8">
                <a:alpha val="0"/>
              </a:srgbClr>
            </a:solidFill>
            <a:prstDash val="solid"/>
          </a:ln>
        </p:spPr>
      </p:sp>
      <p:sp>
        <p:nvSpPr>
          <p:cNvPr id="10" name="Shape 8"/>
          <p:cNvSpPr/>
          <p:nvPr/>
        </p:nvSpPr>
        <p:spPr>
          <a:xfrm>
            <a:off x="1373063" y="2965948"/>
            <a:ext cx="768096" cy="880750"/>
          </a:xfrm>
          <a:prstGeom prst="roundRect">
            <a:avLst>
              <a:gd name="adj" fmla="val 19048"/>
            </a:avLst>
          </a:prstGeom>
          <a:solidFill>
            <a:srgbClr val="FEA942"/>
          </a:solidFill>
          <a:ln w="12700">
            <a:solidFill>
              <a:srgbClr val="FEA942">
                <a:alpha val="0"/>
              </a:srgbClr>
            </a:solidFill>
            <a:prstDash val="solid"/>
          </a:ln>
        </p:spPr>
      </p:sp>
      <p:sp>
        <p:nvSpPr>
          <p:cNvPr id="11" name="Shape 9"/>
          <p:cNvSpPr/>
          <p:nvPr/>
        </p:nvSpPr>
        <p:spPr>
          <a:xfrm>
            <a:off x="1516441" y="3805733"/>
            <a:ext cx="-122895" cy="614477"/>
          </a:xfrm>
          <a:prstGeom prst="line">
            <a:avLst/>
          </a:prstGeom>
          <a:noFill/>
          <a:ln w="128016">
            <a:solidFill>
              <a:srgbClr val="182944"/>
            </a:solidFill>
            <a:prstDash val="solid"/>
            <a:headEnd type="none"/>
          </a:ln>
        </p:spPr>
      </p:sp>
      <p:sp>
        <p:nvSpPr>
          <p:cNvPr id="12" name="Shape 10"/>
          <p:cNvSpPr/>
          <p:nvPr/>
        </p:nvSpPr>
        <p:spPr>
          <a:xfrm>
            <a:off x="1997781" y="3805733"/>
            <a:ext cx="153619" cy="614477"/>
          </a:xfrm>
          <a:prstGeom prst="line">
            <a:avLst/>
          </a:prstGeom>
          <a:noFill/>
          <a:ln w="128016">
            <a:solidFill>
              <a:srgbClr val="182944"/>
            </a:solidFill>
            <a:prstDash val="solid"/>
            <a:headEnd type="none"/>
          </a:ln>
        </p:spPr>
      </p:sp>
      <p:sp>
        <p:nvSpPr>
          <p:cNvPr id="13" name="Shape 11"/>
          <p:cNvSpPr/>
          <p:nvPr/>
        </p:nvSpPr>
        <p:spPr>
          <a:xfrm>
            <a:off x="1393546" y="3119567"/>
            <a:ext cx="-389169" cy="430134"/>
          </a:xfrm>
          <a:prstGeom prst="line">
            <a:avLst/>
          </a:prstGeom>
          <a:noFill/>
          <a:ln w="113792">
            <a:solidFill>
              <a:srgbClr val="F0C9A8"/>
            </a:solidFill>
            <a:prstDash val="solid"/>
            <a:headEnd type="none"/>
          </a:ln>
        </p:spPr>
      </p:sp>
      <p:sp>
        <p:nvSpPr>
          <p:cNvPr id="14" name="Shape 12"/>
          <p:cNvSpPr/>
          <p:nvPr/>
        </p:nvSpPr>
        <p:spPr>
          <a:xfrm>
            <a:off x="2141159" y="3119567"/>
            <a:ext cx="296997" cy="-286756"/>
          </a:xfrm>
          <a:prstGeom prst="line">
            <a:avLst/>
          </a:prstGeom>
          <a:noFill/>
          <a:ln w="113792">
            <a:solidFill>
              <a:srgbClr val="F0C9A8"/>
            </a:solidFill>
            <a:prstDash val="solid"/>
            <a:headEnd type="none"/>
          </a:ln>
        </p:spPr>
      </p:sp>
      <p:sp>
        <p:nvSpPr>
          <p:cNvPr id="15" name="Shape 13"/>
          <p:cNvSpPr/>
          <p:nvPr/>
        </p:nvSpPr>
        <p:spPr>
          <a:xfrm>
            <a:off x="3517880" y="2423160"/>
            <a:ext cx="512064" cy="512064"/>
          </a:xfrm>
          <a:prstGeom prst="ellipse">
            <a:avLst/>
          </a:prstGeom>
          <a:solidFill>
            <a:srgbClr val="F0C9A8"/>
          </a:solidFill>
          <a:ln w="12700">
            <a:solidFill>
              <a:srgbClr val="F0C9A8">
                <a:alpha val="0"/>
              </a:srgbClr>
            </a:solidFill>
            <a:prstDash val="solid"/>
          </a:ln>
        </p:spPr>
      </p:sp>
      <p:sp>
        <p:nvSpPr>
          <p:cNvPr id="16" name="Shape 14"/>
          <p:cNvSpPr/>
          <p:nvPr/>
        </p:nvSpPr>
        <p:spPr>
          <a:xfrm>
            <a:off x="3384743" y="2965948"/>
            <a:ext cx="768096" cy="880750"/>
          </a:xfrm>
          <a:prstGeom prst="roundRect">
            <a:avLst>
              <a:gd name="adj" fmla="val 19048"/>
            </a:avLst>
          </a:prstGeom>
          <a:solidFill>
            <a:srgbClr val="6BA9AF"/>
          </a:solidFill>
          <a:ln w="12700">
            <a:solidFill>
              <a:srgbClr val="6BA9AF">
                <a:alpha val="0"/>
              </a:srgbClr>
            </a:solidFill>
            <a:prstDash val="solid"/>
          </a:ln>
        </p:spPr>
      </p:sp>
      <p:sp>
        <p:nvSpPr>
          <p:cNvPr id="17" name="Shape 15"/>
          <p:cNvSpPr/>
          <p:nvPr/>
        </p:nvSpPr>
        <p:spPr>
          <a:xfrm>
            <a:off x="3528121" y="3805733"/>
            <a:ext cx="-122895" cy="614477"/>
          </a:xfrm>
          <a:prstGeom prst="line">
            <a:avLst/>
          </a:prstGeom>
          <a:noFill/>
          <a:ln w="128016">
            <a:solidFill>
              <a:srgbClr val="182944"/>
            </a:solidFill>
            <a:prstDash val="solid"/>
            <a:headEnd type="none"/>
          </a:ln>
        </p:spPr>
      </p:sp>
      <p:sp>
        <p:nvSpPr>
          <p:cNvPr id="18" name="Shape 16"/>
          <p:cNvSpPr/>
          <p:nvPr/>
        </p:nvSpPr>
        <p:spPr>
          <a:xfrm>
            <a:off x="4009461" y="3805733"/>
            <a:ext cx="153619" cy="614477"/>
          </a:xfrm>
          <a:prstGeom prst="line">
            <a:avLst/>
          </a:prstGeom>
          <a:noFill/>
          <a:ln w="128016">
            <a:solidFill>
              <a:srgbClr val="182944"/>
            </a:solidFill>
            <a:prstDash val="solid"/>
            <a:headEnd type="none"/>
          </a:ln>
        </p:spPr>
      </p:sp>
      <p:sp>
        <p:nvSpPr>
          <p:cNvPr id="19" name="Shape 17"/>
          <p:cNvSpPr/>
          <p:nvPr/>
        </p:nvSpPr>
        <p:spPr>
          <a:xfrm>
            <a:off x="3405226" y="3119567"/>
            <a:ext cx="-389169" cy="430134"/>
          </a:xfrm>
          <a:prstGeom prst="line">
            <a:avLst/>
          </a:prstGeom>
          <a:noFill/>
          <a:ln w="113792">
            <a:solidFill>
              <a:srgbClr val="F0C9A8"/>
            </a:solidFill>
            <a:prstDash val="solid"/>
            <a:headEnd type="none"/>
          </a:ln>
        </p:spPr>
      </p:sp>
      <p:sp>
        <p:nvSpPr>
          <p:cNvPr id="20" name="Shape 18"/>
          <p:cNvSpPr/>
          <p:nvPr/>
        </p:nvSpPr>
        <p:spPr>
          <a:xfrm>
            <a:off x="4152839" y="3119567"/>
            <a:ext cx="296997" cy="-286756"/>
          </a:xfrm>
          <a:prstGeom prst="line">
            <a:avLst/>
          </a:prstGeom>
          <a:noFill/>
          <a:ln w="113792">
            <a:solidFill>
              <a:srgbClr val="F0C9A8"/>
            </a:solidFill>
            <a:prstDash val="solid"/>
            <a:headEnd type="none"/>
          </a:ln>
        </p:spPr>
      </p:sp>
      <p:sp>
        <p:nvSpPr>
          <p:cNvPr id="21" name="Shape 19"/>
          <p:cNvSpPr/>
          <p:nvPr/>
        </p:nvSpPr>
        <p:spPr>
          <a:xfrm>
            <a:off x="2560320" y="1874520"/>
            <a:ext cx="1600200" cy="640080"/>
          </a:xfrm>
          <a:prstGeom prst="roundRect">
            <a:avLst>
              <a:gd name="adj" fmla="val 42857"/>
            </a:avLst>
          </a:prstGeom>
          <a:solidFill>
            <a:srgbClr val="FFFFFF"/>
          </a:solidFill>
          <a:ln w="12700">
            <a:solidFill>
              <a:srgbClr val="FFFFFF">
                <a:alpha val="0"/>
              </a:srgbClr>
            </a:solidFill>
            <a:prstDash val="solid"/>
          </a:ln>
        </p:spPr>
      </p:sp>
      <p:sp>
        <p:nvSpPr>
          <p:cNvPr id="22" name="Text 20"/>
          <p:cNvSpPr/>
          <p:nvPr/>
        </p:nvSpPr>
        <p:spPr>
          <a:xfrm>
            <a:off x="3072384" y="1947672"/>
            <a:ext cx="548640" cy="457200"/>
          </a:xfrm>
          <a:prstGeom prst="rect">
            <a:avLst/>
          </a:prstGeom>
          <a:noFill/>
          <a:ln/>
        </p:spPr>
        <p:txBody>
          <a:bodyPr wrap="square" lIns="1143" tIns="1143" rIns="1143" bIns="1143" rtlCol="0" anchor="ctr">
            <a:normAutofit/>
          </a:bodyPr>
          <a:lstStyle/>
          <a:p>
            <a:pPr rtl="1" algn="ctr" indent="0" marL="0">
              <a:buNone/>
            </a:pPr>
            <a:r>
              <a:rPr lang="en-US" sz="3000" b="1" dirty="0">
                <a:solidFill>
                  <a:srgbClr val="182944"/>
                </a:solidFill>
                <a:latin typeface="Arial" pitchFamily="34" charset="0"/>
                <a:ea typeface="Arial" pitchFamily="34" charset="-122"/>
                <a:cs typeface="Arial" pitchFamily="34" charset="-120"/>
              </a:rPr>
              <a:t>؟</a:t>
            </a:r>
            <a:endParaRPr lang="en-US" sz="3000" dirty="0"/>
          </a:p>
        </p:txBody>
      </p:sp>
      <p:sp>
        <p:nvSpPr>
          <p:cNvPr id="23" name="Text 21"/>
          <p:cNvSpPr/>
          <p:nvPr/>
        </p:nvSpPr>
        <p:spPr>
          <a:xfrm>
            <a:off x="5760720" y="1975104"/>
            <a:ext cx="5550408" cy="603504"/>
          </a:xfrm>
          <a:prstGeom prst="rect">
            <a:avLst/>
          </a:prstGeom>
          <a:noFill/>
          <a:ln/>
        </p:spPr>
        <p:txBody>
          <a:bodyPr wrap="square" lIns="1143" tIns="1143" rIns="1143" bIns="1143" rtlCol="0" anchor="ctr">
            <a:normAutofit/>
          </a:bodyPr>
          <a:lstStyle/>
          <a:p>
            <a:pPr rtl="1" algn="r" indent="0" marL="0">
              <a:buNone/>
            </a:pPr>
            <a:r>
              <a:rPr lang="en-US" sz="2500" b="1" dirty="0">
                <a:solidFill>
                  <a:srgbClr val="111D34"/>
                </a:solidFill>
                <a:latin typeface="Arial" pitchFamily="34" charset="0"/>
                <a:ea typeface="Arial" pitchFamily="34" charset="-122"/>
                <a:cs typeface="Arial" pitchFamily="34" charset="-120"/>
              </a:rPr>
              <a:t>3 أفكار محتاجة تصحيح</a:t>
            </a:r>
            <a:endParaRPr lang="en-US" sz="2500" dirty="0"/>
          </a:p>
        </p:txBody>
      </p:sp>
      <p:sp>
        <p:nvSpPr>
          <p:cNvPr id="24" name="Shape 22"/>
          <p:cNvSpPr/>
          <p:nvPr/>
        </p:nvSpPr>
        <p:spPr>
          <a:xfrm>
            <a:off x="5925312" y="2761488"/>
            <a:ext cx="5358384" cy="612648"/>
          </a:xfrm>
          <a:prstGeom prst="roundRect">
            <a:avLst>
              <a:gd name="adj" fmla="val 23881"/>
            </a:avLst>
          </a:prstGeom>
          <a:solidFill>
            <a:srgbClr val="F5EBD9"/>
          </a:solidFill>
          <a:ln w="12700">
            <a:solidFill>
              <a:srgbClr val="F5EBD9">
                <a:alpha val="0"/>
              </a:srgbClr>
            </a:solidFill>
            <a:prstDash val="solid"/>
          </a:ln>
        </p:spPr>
      </p:sp>
      <p:sp>
        <p:nvSpPr>
          <p:cNvPr id="25" name="Text 23"/>
          <p:cNvSpPr/>
          <p:nvPr/>
        </p:nvSpPr>
        <p:spPr>
          <a:xfrm>
            <a:off x="6099048" y="2834640"/>
            <a:ext cx="4910328" cy="420624"/>
          </a:xfrm>
          <a:prstGeom prst="rect">
            <a:avLst/>
          </a:prstGeom>
          <a:noFill/>
          <a:ln/>
        </p:spPr>
        <p:txBody>
          <a:bodyPr wrap="square" lIns="1143" tIns="1143" rIns="1143" bIns="1143" rtlCol="0" anchor="ctr">
            <a:normAutofit/>
          </a:bodyPr>
          <a:lstStyle/>
          <a:p>
            <a:pPr rtl="1" algn="r" indent="0" marL="0">
              <a:buNone/>
            </a:pPr>
            <a:r>
              <a:rPr lang="en-US" sz="1900" b="1" dirty="0">
                <a:solidFill>
                  <a:srgbClr val="182944"/>
                </a:solidFill>
                <a:latin typeface="Arial" pitchFamily="34" charset="0"/>
                <a:ea typeface="Arial" pitchFamily="34" charset="-122"/>
                <a:cs typeface="Arial" pitchFamily="34" charset="-120"/>
              </a:rPr>
              <a:t>«أنا إيجابي يعني عمري ما أزعل» ✕</a:t>
            </a:r>
            <a:endParaRPr lang="en-US" sz="1900" dirty="0"/>
          </a:p>
        </p:txBody>
      </p:sp>
      <p:sp>
        <p:nvSpPr>
          <p:cNvPr id="26" name="Shape 24"/>
          <p:cNvSpPr/>
          <p:nvPr/>
        </p:nvSpPr>
        <p:spPr>
          <a:xfrm>
            <a:off x="5925312" y="3511296"/>
            <a:ext cx="5358384" cy="612648"/>
          </a:xfrm>
          <a:prstGeom prst="roundRect">
            <a:avLst>
              <a:gd name="adj" fmla="val 23881"/>
            </a:avLst>
          </a:prstGeom>
          <a:solidFill>
            <a:srgbClr val="FFFFFF"/>
          </a:solidFill>
          <a:ln w="12700">
            <a:solidFill>
              <a:srgbClr val="FFFFFF">
                <a:alpha val="0"/>
              </a:srgbClr>
            </a:solidFill>
            <a:prstDash val="solid"/>
          </a:ln>
        </p:spPr>
      </p:sp>
      <p:sp>
        <p:nvSpPr>
          <p:cNvPr id="27" name="Text 25"/>
          <p:cNvSpPr/>
          <p:nvPr/>
        </p:nvSpPr>
        <p:spPr>
          <a:xfrm>
            <a:off x="6099048" y="3584448"/>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«أنا هحل كل حاجة لوحدي» ✕</a:t>
            </a:r>
            <a:endParaRPr lang="en-US" sz="1900" dirty="0"/>
          </a:p>
        </p:txBody>
      </p:sp>
      <p:sp>
        <p:nvSpPr>
          <p:cNvPr id="28" name="Shape 26"/>
          <p:cNvSpPr/>
          <p:nvPr/>
        </p:nvSpPr>
        <p:spPr>
          <a:xfrm>
            <a:off x="5925312" y="4261104"/>
            <a:ext cx="5358384" cy="612648"/>
          </a:xfrm>
          <a:prstGeom prst="roundRect">
            <a:avLst>
              <a:gd name="adj" fmla="val 23881"/>
            </a:avLst>
          </a:prstGeom>
          <a:solidFill>
            <a:srgbClr val="F5EBD9"/>
          </a:solidFill>
          <a:ln w="12700">
            <a:solidFill>
              <a:srgbClr val="F5EBD9">
                <a:alpha val="0"/>
              </a:srgbClr>
            </a:solidFill>
            <a:prstDash val="solid"/>
          </a:ln>
        </p:spPr>
      </p:sp>
      <p:sp>
        <p:nvSpPr>
          <p:cNvPr id="29" name="Text 27"/>
          <p:cNvSpPr/>
          <p:nvPr/>
        </p:nvSpPr>
        <p:spPr>
          <a:xfrm>
            <a:off x="6099048" y="4334256"/>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«أساعد حتى لو الموضوع فيه خطر» ✕</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E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EA942"/>
          </a:solidFill>
          <a:ln w="12700">
            <a:solidFill>
              <a:srgbClr val="FEA942">
                <a:alpha val="0"/>
              </a:srgbClr>
            </a:solidFill>
            <a:prstDash val="solid"/>
          </a:ln>
        </p:spPr>
      </p:sp>
      <p:sp>
        <p:nvSpPr>
          <p:cNvPr id="3" name="Text 1"/>
          <p:cNvSpPr/>
          <p:nvPr/>
        </p:nvSpPr>
        <p:spPr>
          <a:xfrm>
            <a:off x="512064" y="256032"/>
            <a:ext cx="5669280" cy="310896"/>
          </a:xfrm>
          <a:prstGeom prst="rect">
            <a:avLst/>
          </a:prstGeom>
          <a:noFill/>
          <a:ln/>
        </p:spPr>
        <p:txBody>
          <a:bodyPr wrap="square" lIns="1143" tIns="1143" rIns="1143" bIns="1143" rtlCol="0" anchor="ctr">
            <a:normAutofit/>
          </a:bodyPr>
          <a:lstStyle/>
          <a:p>
            <a:pPr rtl="1" algn="l" indent="0" marL="0">
              <a:buNone/>
            </a:pPr>
            <a:r>
              <a:rPr lang="en-US" sz="1200" b="1" dirty="0">
                <a:solidFill>
                  <a:srgbClr val="66758C"/>
                </a:solidFill>
                <a:latin typeface="Arial" pitchFamily="34" charset="0"/>
                <a:ea typeface="Arial" pitchFamily="34" charset="-122"/>
                <a:cs typeface="Arial" pitchFamily="34" charset="-120"/>
              </a:rPr>
              <a:t>قوم وابنِ  |  الإيجابية المسيحية</a:t>
            </a:r>
            <a:endParaRPr lang="en-US" sz="1200" dirty="0"/>
          </a:p>
        </p:txBody>
      </p:sp>
      <p:sp>
        <p:nvSpPr>
          <p:cNvPr id="4" name="Shape 2"/>
          <p:cNvSpPr/>
          <p:nvPr/>
        </p:nvSpPr>
        <p:spPr>
          <a:xfrm>
            <a:off x="10607040" y="320040"/>
            <a:ext cx="1024128" cy="393192"/>
          </a:xfrm>
          <a:prstGeom prst="roundRect">
            <a:avLst>
              <a:gd name="adj" fmla="val 30233"/>
            </a:avLst>
          </a:prstGeom>
          <a:solidFill>
            <a:srgbClr val="111D34"/>
          </a:solidFill>
          <a:ln w="12700">
            <a:solidFill>
              <a:srgbClr val="111D34">
                <a:alpha val="0"/>
              </a:srgbClr>
            </a:solidFill>
            <a:prstDash val="solid"/>
          </a:ln>
        </p:spPr>
      </p:sp>
      <p:sp>
        <p:nvSpPr>
          <p:cNvPr id="5" name="Text 3"/>
          <p:cNvSpPr/>
          <p:nvPr/>
        </p:nvSpPr>
        <p:spPr>
          <a:xfrm>
            <a:off x="10835640" y="365760"/>
            <a:ext cx="594360" cy="265176"/>
          </a:xfrm>
          <a:prstGeom prst="rect">
            <a:avLst/>
          </a:prstGeom>
          <a:noFill/>
          <a:ln/>
        </p:spPr>
        <p:txBody>
          <a:bodyPr wrap="square" lIns="1143" tIns="1143" rIns="1143" bIns="1143" rtlCol="0" anchor="ctr">
            <a:normAutofit/>
          </a:bodyPr>
          <a:lstStyle/>
          <a:p>
            <a:pPr rtl="1" algn="ctr" indent="0" marL="0">
              <a:buNone/>
            </a:pPr>
            <a:r>
              <a:rPr lang="en-US" sz="1200" b="1" dirty="0">
                <a:solidFill>
                  <a:srgbClr val="FFFFFF"/>
                </a:solidFill>
                <a:latin typeface="Arial" pitchFamily="34" charset="0"/>
                <a:ea typeface="Arial" pitchFamily="34" charset="-122"/>
                <a:cs typeface="Arial" pitchFamily="34" charset="-120"/>
              </a:rPr>
              <a:t>08</a:t>
            </a:r>
            <a:endParaRPr lang="en-US" sz="1200" dirty="0"/>
          </a:p>
        </p:txBody>
      </p:sp>
      <p:sp>
        <p:nvSpPr>
          <p:cNvPr id="6" name="Text 4"/>
          <p:cNvSpPr/>
          <p:nvPr/>
        </p:nvSpPr>
        <p:spPr>
          <a:xfrm>
            <a:off x="5623560" y="1078992"/>
            <a:ext cx="5888736" cy="731520"/>
          </a:xfrm>
          <a:prstGeom prst="rect">
            <a:avLst/>
          </a:prstGeom>
          <a:noFill/>
          <a:ln/>
        </p:spPr>
        <p:txBody>
          <a:bodyPr wrap="square" lIns="1143" tIns="1143" rIns="1143" bIns="1143" rtlCol="0" anchor="ctr">
            <a:normAutofit/>
          </a:bodyPr>
          <a:lstStyle/>
          <a:p>
            <a:pPr rtl="1" algn="r" indent="0" marL="0">
              <a:buNone/>
            </a:pPr>
            <a:r>
              <a:rPr lang="en-US" sz="3400" b="1" dirty="0">
                <a:solidFill>
                  <a:srgbClr val="182944"/>
                </a:solidFill>
                <a:latin typeface="Arial" pitchFamily="34" charset="0"/>
                <a:ea typeface="Arial" pitchFamily="34" charset="-122"/>
                <a:cs typeface="Arial" pitchFamily="34" charset="-120"/>
              </a:rPr>
              <a:t>3 خطوات سهلة</a:t>
            </a:r>
            <a:endParaRPr lang="en-US" sz="3400" dirty="0"/>
          </a:p>
        </p:txBody>
      </p:sp>
      <p:sp>
        <p:nvSpPr>
          <p:cNvPr id="7" name="Shape 5"/>
          <p:cNvSpPr/>
          <p:nvPr/>
        </p:nvSpPr>
        <p:spPr>
          <a:xfrm>
            <a:off x="502920" y="1371600"/>
            <a:ext cx="4846320" cy="4526280"/>
          </a:xfrm>
          <a:prstGeom prst="roundRect">
            <a:avLst>
              <a:gd name="adj" fmla="val 7071"/>
            </a:avLst>
          </a:prstGeom>
          <a:solidFill>
            <a:srgbClr val="DDECF6"/>
          </a:solidFill>
          <a:ln w="12700">
            <a:solidFill>
              <a:srgbClr val="DDECF6">
                <a:alpha val="0"/>
              </a:srgbClr>
            </a:solidFill>
            <a:prstDash val="solid"/>
          </a:ln>
        </p:spPr>
      </p:sp>
      <p:sp>
        <p:nvSpPr>
          <p:cNvPr id="8" name="Shape 6"/>
          <p:cNvSpPr/>
          <p:nvPr/>
        </p:nvSpPr>
        <p:spPr>
          <a:xfrm>
            <a:off x="3474720" y="1874520"/>
            <a:ext cx="1051560" cy="1051560"/>
          </a:xfrm>
          <a:prstGeom prst="ellipse">
            <a:avLst/>
          </a:prstGeom>
          <a:solidFill>
            <a:srgbClr val="C7E0EE"/>
          </a:solidFill>
          <a:ln w="12700">
            <a:solidFill>
              <a:srgbClr val="C7E0EE">
                <a:alpha val="0"/>
              </a:srgbClr>
            </a:solidFill>
            <a:prstDash val="solid"/>
          </a:ln>
        </p:spPr>
      </p:sp>
      <p:sp>
        <p:nvSpPr>
          <p:cNvPr id="9" name="Shape 7"/>
          <p:cNvSpPr/>
          <p:nvPr/>
        </p:nvSpPr>
        <p:spPr>
          <a:xfrm>
            <a:off x="1005840" y="5212080"/>
            <a:ext cx="3474720" cy="-3200400"/>
          </a:xfrm>
          <a:prstGeom prst="line">
            <a:avLst/>
          </a:prstGeom>
          <a:noFill/>
          <a:ln w="101600">
            <a:solidFill>
              <a:srgbClr val="7391A9"/>
            </a:solidFill>
            <a:prstDash val="solid"/>
            <a:headEnd type="none"/>
          </a:ln>
        </p:spPr>
      </p:sp>
      <p:sp>
        <p:nvSpPr>
          <p:cNvPr id="10" name="Shape 8"/>
          <p:cNvSpPr/>
          <p:nvPr/>
        </p:nvSpPr>
        <p:spPr>
          <a:xfrm>
            <a:off x="2434773" y="2423160"/>
            <a:ext cx="534924" cy="534924"/>
          </a:xfrm>
          <a:prstGeom prst="ellipse">
            <a:avLst/>
          </a:prstGeom>
          <a:solidFill>
            <a:srgbClr val="F0C9A8"/>
          </a:solidFill>
          <a:ln w="12700">
            <a:solidFill>
              <a:srgbClr val="F0C9A8">
                <a:alpha val="0"/>
              </a:srgbClr>
            </a:solidFill>
            <a:prstDash val="solid"/>
          </a:ln>
        </p:spPr>
      </p:sp>
      <p:sp>
        <p:nvSpPr>
          <p:cNvPr id="11" name="Shape 9"/>
          <p:cNvSpPr/>
          <p:nvPr/>
        </p:nvSpPr>
        <p:spPr>
          <a:xfrm>
            <a:off x="2295693" y="2990179"/>
            <a:ext cx="802386" cy="920069"/>
          </a:xfrm>
          <a:prstGeom prst="roundRect">
            <a:avLst>
              <a:gd name="adj" fmla="val 18234"/>
            </a:avLst>
          </a:prstGeom>
          <a:solidFill>
            <a:srgbClr val="FEA942"/>
          </a:solidFill>
          <a:ln w="12700">
            <a:solidFill>
              <a:srgbClr val="FEA942">
                <a:alpha val="0"/>
              </a:srgbClr>
            </a:solidFill>
            <a:prstDash val="solid"/>
          </a:ln>
        </p:spPr>
      </p:sp>
      <p:sp>
        <p:nvSpPr>
          <p:cNvPr id="12" name="Shape 10"/>
          <p:cNvSpPr/>
          <p:nvPr/>
        </p:nvSpPr>
        <p:spPr>
          <a:xfrm>
            <a:off x="2445471" y="3867455"/>
            <a:ext cx="-128382" cy="641909"/>
          </a:xfrm>
          <a:prstGeom prst="line">
            <a:avLst/>
          </a:prstGeom>
          <a:noFill/>
          <a:ln w="133731">
            <a:solidFill>
              <a:srgbClr val="182944"/>
            </a:solidFill>
            <a:prstDash val="solid"/>
            <a:headEnd type="none"/>
          </a:ln>
        </p:spPr>
      </p:sp>
      <p:sp>
        <p:nvSpPr>
          <p:cNvPr id="13" name="Shape 11"/>
          <p:cNvSpPr/>
          <p:nvPr/>
        </p:nvSpPr>
        <p:spPr>
          <a:xfrm>
            <a:off x="2948300" y="3867455"/>
            <a:ext cx="160477" cy="641909"/>
          </a:xfrm>
          <a:prstGeom prst="line">
            <a:avLst/>
          </a:prstGeom>
          <a:noFill/>
          <a:ln w="133731">
            <a:solidFill>
              <a:srgbClr val="182944"/>
            </a:solidFill>
            <a:prstDash val="solid"/>
            <a:headEnd type="none"/>
          </a:ln>
        </p:spPr>
      </p:sp>
      <p:sp>
        <p:nvSpPr>
          <p:cNvPr id="14" name="Shape 12"/>
          <p:cNvSpPr/>
          <p:nvPr/>
        </p:nvSpPr>
        <p:spPr>
          <a:xfrm>
            <a:off x="2317090" y="3150657"/>
            <a:ext cx="-406542" cy="449336"/>
          </a:xfrm>
          <a:prstGeom prst="line">
            <a:avLst/>
          </a:prstGeom>
          <a:noFill/>
          <a:ln w="118872">
            <a:solidFill>
              <a:srgbClr val="F0C9A8"/>
            </a:solidFill>
            <a:prstDash val="solid"/>
            <a:headEnd type="none"/>
          </a:ln>
        </p:spPr>
      </p:sp>
      <p:sp>
        <p:nvSpPr>
          <p:cNvPr id="15" name="Shape 13"/>
          <p:cNvSpPr/>
          <p:nvPr/>
        </p:nvSpPr>
        <p:spPr>
          <a:xfrm>
            <a:off x="3098079" y="3150657"/>
            <a:ext cx="310256" cy="-299557"/>
          </a:xfrm>
          <a:prstGeom prst="line">
            <a:avLst/>
          </a:prstGeom>
          <a:noFill/>
          <a:ln w="118872">
            <a:solidFill>
              <a:srgbClr val="F0C9A8"/>
            </a:solidFill>
            <a:prstDash val="solid"/>
            <a:headEnd type="none"/>
          </a:ln>
        </p:spPr>
      </p:sp>
      <p:sp>
        <p:nvSpPr>
          <p:cNvPr id="16" name="Shape 14"/>
          <p:cNvSpPr/>
          <p:nvPr/>
        </p:nvSpPr>
        <p:spPr>
          <a:xfrm>
            <a:off x="3108960" y="4389120"/>
            <a:ext cx="146304" cy="146304"/>
          </a:xfrm>
          <a:prstGeom prst="ellipse">
            <a:avLst/>
          </a:prstGeom>
          <a:solidFill>
            <a:srgbClr val="FEA942"/>
          </a:solidFill>
          <a:ln w="12700">
            <a:solidFill>
              <a:srgbClr val="FEA942">
                <a:alpha val="0"/>
              </a:srgbClr>
            </a:solidFill>
            <a:prstDash val="solid"/>
          </a:ln>
        </p:spPr>
      </p:sp>
      <p:sp>
        <p:nvSpPr>
          <p:cNvPr id="17" name="Shape 15"/>
          <p:cNvSpPr/>
          <p:nvPr/>
        </p:nvSpPr>
        <p:spPr>
          <a:xfrm>
            <a:off x="3611880" y="3794760"/>
            <a:ext cx="146304" cy="146304"/>
          </a:xfrm>
          <a:prstGeom prst="ellipse">
            <a:avLst/>
          </a:prstGeom>
          <a:solidFill>
            <a:srgbClr val="FEA942"/>
          </a:solidFill>
          <a:ln w="12700">
            <a:solidFill>
              <a:srgbClr val="FEA942">
                <a:alpha val="0"/>
              </a:srgbClr>
            </a:solidFill>
            <a:prstDash val="solid"/>
          </a:ln>
        </p:spPr>
      </p:sp>
      <p:sp>
        <p:nvSpPr>
          <p:cNvPr id="18" name="Shape 16"/>
          <p:cNvSpPr/>
          <p:nvPr/>
        </p:nvSpPr>
        <p:spPr>
          <a:xfrm>
            <a:off x="4114800" y="3200400"/>
            <a:ext cx="146304" cy="146304"/>
          </a:xfrm>
          <a:prstGeom prst="ellipse">
            <a:avLst/>
          </a:prstGeom>
          <a:solidFill>
            <a:srgbClr val="FEA942"/>
          </a:solidFill>
          <a:ln w="12700">
            <a:solidFill>
              <a:srgbClr val="FEA942">
                <a:alpha val="0"/>
              </a:srgbClr>
            </a:solidFill>
            <a:prstDash val="solid"/>
          </a:ln>
        </p:spPr>
      </p:sp>
      <p:sp>
        <p:nvSpPr>
          <p:cNvPr id="19" name="Text 17"/>
          <p:cNvSpPr/>
          <p:nvPr/>
        </p:nvSpPr>
        <p:spPr>
          <a:xfrm>
            <a:off x="5760720" y="1975104"/>
            <a:ext cx="5550408" cy="603504"/>
          </a:xfrm>
          <a:prstGeom prst="rect">
            <a:avLst/>
          </a:prstGeom>
          <a:noFill/>
          <a:ln/>
        </p:spPr>
        <p:txBody>
          <a:bodyPr wrap="square" lIns="1143" tIns="1143" rIns="1143" bIns="1143" rtlCol="0" anchor="ctr">
            <a:normAutofit/>
          </a:bodyPr>
          <a:lstStyle/>
          <a:p>
            <a:pPr rtl="1" algn="r" indent="0" marL="0">
              <a:buNone/>
            </a:pPr>
            <a:r>
              <a:rPr lang="en-US" sz="2500" b="1" dirty="0">
                <a:solidFill>
                  <a:srgbClr val="111D34"/>
                </a:solidFill>
                <a:latin typeface="Arial" pitchFamily="34" charset="0"/>
                <a:ea typeface="Arial" pitchFamily="34" charset="-122"/>
                <a:cs typeface="Arial" pitchFamily="34" charset="-120"/>
              </a:rPr>
              <a:t>شوف → صلّي وفكّر → اتحرك</a:t>
            </a:r>
            <a:endParaRPr lang="en-US" sz="2500" dirty="0"/>
          </a:p>
        </p:txBody>
      </p:sp>
      <p:sp>
        <p:nvSpPr>
          <p:cNvPr id="20" name="Shape 18"/>
          <p:cNvSpPr/>
          <p:nvPr/>
        </p:nvSpPr>
        <p:spPr>
          <a:xfrm>
            <a:off x="5925312" y="2761488"/>
            <a:ext cx="5358384" cy="612648"/>
          </a:xfrm>
          <a:prstGeom prst="roundRect">
            <a:avLst>
              <a:gd name="adj" fmla="val 23881"/>
            </a:avLst>
          </a:prstGeom>
          <a:solidFill>
            <a:srgbClr val="F5EBD9"/>
          </a:solidFill>
          <a:ln w="12700">
            <a:solidFill>
              <a:srgbClr val="F5EBD9">
                <a:alpha val="0"/>
              </a:srgbClr>
            </a:solidFill>
            <a:prstDash val="solid"/>
          </a:ln>
        </p:spPr>
      </p:sp>
      <p:sp>
        <p:nvSpPr>
          <p:cNvPr id="21" name="Text 19"/>
          <p:cNvSpPr/>
          <p:nvPr/>
        </p:nvSpPr>
        <p:spPr>
          <a:xfrm>
            <a:off x="6099048" y="2834640"/>
            <a:ext cx="4910328" cy="420624"/>
          </a:xfrm>
          <a:prstGeom prst="rect">
            <a:avLst/>
          </a:prstGeom>
          <a:noFill/>
          <a:ln/>
        </p:spPr>
        <p:txBody>
          <a:bodyPr wrap="square" lIns="1143" tIns="1143" rIns="1143" bIns="1143" rtlCol="0" anchor="ctr">
            <a:normAutofit/>
          </a:bodyPr>
          <a:lstStyle/>
          <a:p>
            <a:pPr rtl="1" algn="r" indent="0" marL="0">
              <a:buNone/>
            </a:pPr>
            <a:r>
              <a:rPr lang="en-US" sz="1900" b="1" dirty="0">
                <a:solidFill>
                  <a:srgbClr val="182944"/>
                </a:solidFill>
                <a:latin typeface="Arial" pitchFamily="34" charset="0"/>
                <a:ea typeface="Arial" pitchFamily="34" charset="-122"/>
                <a:cs typeface="Arial" pitchFamily="34" charset="-120"/>
              </a:rPr>
              <a:t>شوف: مين محتاج؟ وإيه اللي حصل؟</a:t>
            </a:r>
            <a:endParaRPr lang="en-US" sz="1900" dirty="0"/>
          </a:p>
        </p:txBody>
      </p:sp>
      <p:sp>
        <p:nvSpPr>
          <p:cNvPr id="22" name="Shape 20"/>
          <p:cNvSpPr/>
          <p:nvPr/>
        </p:nvSpPr>
        <p:spPr>
          <a:xfrm>
            <a:off x="5925312" y="3511296"/>
            <a:ext cx="5358384" cy="612648"/>
          </a:xfrm>
          <a:prstGeom prst="roundRect">
            <a:avLst>
              <a:gd name="adj" fmla="val 23881"/>
            </a:avLst>
          </a:prstGeom>
          <a:solidFill>
            <a:srgbClr val="FFFFFF"/>
          </a:solidFill>
          <a:ln w="12700">
            <a:solidFill>
              <a:srgbClr val="FFFFFF">
                <a:alpha val="0"/>
              </a:srgbClr>
            </a:solidFill>
            <a:prstDash val="solid"/>
          </a:ln>
        </p:spPr>
      </p:sp>
      <p:sp>
        <p:nvSpPr>
          <p:cNvPr id="23" name="Text 21"/>
          <p:cNvSpPr/>
          <p:nvPr/>
        </p:nvSpPr>
        <p:spPr>
          <a:xfrm>
            <a:off x="6099048" y="3584448"/>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صلّي وفكّر: أنسب رد آمن ومحِب؟</a:t>
            </a:r>
            <a:endParaRPr lang="en-US" sz="1900" dirty="0"/>
          </a:p>
        </p:txBody>
      </p:sp>
      <p:sp>
        <p:nvSpPr>
          <p:cNvPr id="24" name="Shape 22"/>
          <p:cNvSpPr/>
          <p:nvPr/>
        </p:nvSpPr>
        <p:spPr>
          <a:xfrm>
            <a:off x="5925312" y="4261104"/>
            <a:ext cx="5358384" cy="612648"/>
          </a:xfrm>
          <a:prstGeom prst="roundRect">
            <a:avLst>
              <a:gd name="adj" fmla="val 23881"/>
            </a:avLst>
          </a:prstGeom>
          <a:solidFill>
            <a:srgbClr val="F5EBD9"/>
          </a:solidFill>
          <a:ln w="12700">
            <a:solidFill>
              <a:srgbClr val="F5EBD9">
                <a:alpha val="0"/>
              </a:srgbClr>
            </a:solidFill>
            <a:prstDash val="solid"/>
          </a:ln>
        </p:spPr>
      </p:sp>
      <p:sp>
        <p:nvSpPr>
          <p:cNvPr id="25" name="Text 23"/>
          <p:cNvSpPr/>
          <p:nvPr/>
        </p:nvSpPr>
        <p:spPr>
          <a:xfrm>
            <a:off x="6099048" y="4334256"/>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اتحرك: خطوة صغيرة واضحة اليوم</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E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EA942"/>
          </a:solidFill>
          <a:ln w="12700">
            <a:solidFill>
              <a:srgbClr val="FEA942">
                <a:alpha val="0"/>
              </a:srgbClr>
            </a:solidFill>
            <a:prstDash val="solid"/>
          </a:ln>
        </p:spPr>
      </p:sp>
      <p:sp>
        <p:nvSpPr>
          <p:cNvPr id="3" name="Text 1"/>
          <p:cNvSpPr/>
          <p:nvPr/>
        </p:nvSpPr>
        <p:spPr>
          <a:xfrm>
            <a:off x="512064" y="256032"/>
            <a:ext cx="5669280" cy="310896"/>
          </a:xfrm>
          <a:prstGeom prst="rect">
            <a:avLst/>
          </a:prstGeom>
          <a:noFill/>
          <a:ln/>
        </p:spPr>
        <p:txBody>
          <a:bodyPr wrap="square" lIns="1143" tIns="1143" rIns="1143" bIns="1143" rtlCol="0" anchor="ctr">
            <a:normAutofit/>
          </a:bodyPr>
          <a:lstStyle/>
          <a:p>
            <a:pPr rtl="1" algn="l" indent="0" marL="0">
              <a:buNone/>
            </a:pPr>
            <a:r>
              <a:rPr lang="en-US" sz="1200" b="1" dirty="0">
                <a:solidFill>
                  <a:srgbClr val="66758C"/>
                </a:solidFill>
                <a:latin typeface="Arial" pitchFamily="34" charset="0"/>
                <a:ea typeface="Arial" pitchFamily="34" charset="-122"/>
                <a:cs typeface="Arial" pitchFamily="34" charset="-120"/>
              </a:rPr>
              <a:t>قوم وابنِ  |  الإيجابية المسيحية</a:t>
            </a:r>
            <a:endParaRPr lang="en-US" sz="1200" dirty="0"/>
          </a:p>
        </p:txBody>
      </p:sp>
      <p:sp>
        <p:nvSpPr>
          <p:cNvPr id="4" name="Shape 2"/>
          <p:cNvSpPr/>
          <p:nvPr/>
        </p:nvSpPr>
        <p:spPr>
          <a:xfrm>
            <a:off x="10607040" y="320040"/>
            <a:ext cx="1024128" cy="393192"/>
          </a:xfrm>
          <a:prstGeom prst="roundRect">
            <a:avLst>
              <a:gd name="adj" fmla="val 30233"/>
            </a:avLst>
          </a:prstGeom>
          <a:solidFill>
            <a:srgbClr val="111D34"/>
          </a:solidFill>
          <a:ln w="12700">
            <a:solidFill>
              <a:srgbClr val="111D34">
                <a:alpha val="0"/>
              </a:srgbClr>
            </a:solidFill>
            <a:prstDash val="solid"/>
          </a:ln>
        </p:spPr>
      </p:sp>
      <p:sp>
        <p:nvSpPr>
          <p:cNvPr id="5" name="Text 3"/>
          <p:cNvSpPr/>
          <p:nvPr/>
        </p:nvSpPr>
        <p:spPr>
          <a:xfrm>
            <a:off x="10835640" y="365760"/>
            <a:ext cx="594360" cy="265176"/>
          </a:xfrm>
          <a:prstGeom prst="rect">
            <a:avLst/>
          </a:prstGeom>
          <a:noFill/>
          <a:ln/>
        </p:spPr>
        <p:txBody>
          <a:bodyPr wrap="square" lIns="1143" tIns="1143" rIns="1143" bIns="1143" rtlCol="0" anchor="ctr">
            <a:normAutofit/>
          </a:bodyPr>
          <a:lstStyle/>
          <a:p>
            <a:pPr rtl="1" algn="ctr" indent="0" marL="0">
              <a:buNone/>
            </a:pPr>
            <a:r>
              <a:rPr lang="en-US" sz="1200" b="1" dirty="0">
                <a:solidFill>
                  <a:srgbClr val="FFFFFF"/>
                </a:solidFill>
                <a:latin typeface="Arial" pitchFamily="34" charset="0"/>
                <a:ea typeface="Arial" pitchFamily="34" charset="-122"/>
                <a:cs typeface="Arial" pitchFamily="34" charset="-120"/>
              </a:rPr>
              <a:t>09</a:t>
            </a:r>
            <a:endParaRPr lang="en-US" sz="1200" dirty="0"/>
          </a:p>
        </p:txBody>
      </p:sp>
      <p:sp>
        <p:nvSpPr>
          <p:cNvPr id="6" name="Text 4"/>
          <p:cNvSpPr/>
          <p:nvPr/>
        </p:nvSpPr>
        <p:spPr>
          <a:xfrm>
            <a:off x="5623560" y="1078992"/>
            <a:ext cx="5888736" cy="731520"/>
          </a:xfrm>
          <a:prstGeom prst="rect">
            <a:avLst/>
          </a:prstGeom>
          <a:noFill/>
          <a:ln/>
        </p:spPr>
        <p:txBody>
          <a:bodyPr wrap="square" lIns="1143" tIns="1143" rIns="1143" bIns="1143" rtlCol="0" anchor="ctr">
            <a:normAutofit/>
          </a:bodyPr>
          <a:lstStyle/>
          <a:p>
            <a:pPr rtl="1" algn="r" indent="0" marL="0">
              <a:buNone/>
            </a:pPr>
            <a:r>
              <a:rPr lang="en-US" sz="3400" b="1" dirty="0">
                <a:solidFill>
                  <a:srgbClr val="182944"/>
                </a:solidFill>
                <a:latin typeface="Arial" pitchFamily="34" charset="0"/>
                <a:ea typeface="Arial" pitchFamily="34" charset="-122"/>
                <a:cs typeface="Arial" pitchFamily="34" charset="-120"/>
              </a:rPr>
              <a:t>فين نعيشها؟</a:t>
            </a:r>
            <a:endParaRPr lang="en-US" sz="3400" dirty="0"/>
          </a:p>
        </p:txBody>
      </p:sp>
      <p:sp>
        <p:nvSpPr>
          <p:cNvPr id="7" name="Shape 5"/>
          <p:cNvSpPr/>
          <p:nvPr/>
        </p:nvSpPr>
        <p:spPr>
          <a:xfrm>
            <a:off x="502920" y="1371600"/>
            <a:ext cx="4846320" cy="4526280"/>
          </a:xfrm>
          <a:prstGeom prst="roundRect">
            <a:avLst>
              <a:gd name="adj" fmla="val 7071"/>
            </a:avLst>
          </a:prstGeom>
          <a:solidFill>
            <a:srgbClr val="DDECF6"/>
          </a:solidFill>
          <a:ln w="12700">
            <a:solidFill>
              <a:srgbClr val="DDECF6">
                <a:alpha val="0"/>
              </a:srgbClr>
            </a:solidFill>
            <a:prstDash val="solid"/>
          </a:ln>
        </p:spPr>
      </p:sp>
      <p:sp>
        <p:nvSpPr>
          <p:cNvPr id="8" name="Shape 6"/>
          <p:cNvSpPr/>
          <p:nvPr/>
        </p:nvSpPr>
        <p:spPr>
          <a:xfrm>
            <a:off x="3474720" y="1874520"/>
            <a:ext cx="1051560" cy="1051560"/>
          </a:xfrm>
          <a:prstGeom prst="ellipse">
            <a:avLst/>
          </a:prstGeom>
          <a:solidFill>
            <a:srgbClr val="C7E0EE"/>
          </a:solidFill>
          <a:ln w="12700">
            <a:solidFill>
              <a:srgbClr val="C7E0EE">
                <a:alpha val="0"/>
              </a:srgbClr>
            </a:solidFill>
            <a:prstDash val="solid"/>
          </a:ln>
        </p:spPr>
      </p:sp>
      <p:sp>
        <p:nvSpPr>
          <p:cNvPr id="9" name="Shape 7"/>
          <p:cNvSpPr/>
          <p:nvPr/>
        </p:nvSpPr>
        <p:spPr>
          <a:xfrm>
            <a:off x="1506200" y="2423160"/>
            <a:ext cx="512064" cy="512064"/>
          </a:xfrm>
          <a:prstGeom prst="ellipse">
            <a:avLst/>
          </a:prstGeom>
          <a:solidFill>
            <a:srgbClr val="F0C9A8"/>
          </a:solidFill>
          <a:ln w="12700">
            <a:solidFill>
              <a:srgbClr val="F0C9A8">
                <a:alpha val="0"/>
              </a:srgbClr>
            </a:solidFill>
            <a:prstDash val="solid"/>
          </a:ln>
        </p:spPr>
      </p:sp>
      <p:sp>
        <p:nvSpPr>
          <p:cNvPr id="10" name="Shape 8"/>
          <p:cNvSpPr/>
          <p:nvPr/>
        </p:nvSpPr>
        <p:spPr>
          <a:xfrm>
            <a:off x="1373063" y="2965948"/>
            <a:ext cx="768096" cy="880750"/>
          </a:xfrm>
          <a:prstGeom prst="roundRect">
            <a:avLst>
              <a:gd name="adj" fmla="val 19048"/>
            </a:avLst>
          </a:prstGeom>
          <a:solidFill>
            <a:srgbClr val="FEA942"/>
          </a:solidFill>
          <a:ln w="12700">
            <a:solidFill>
              <a:srgbClr val="FEA942">
                <a:alpha val="0"/>
              </a:srgbClr>
            </a:solidFill>
            <a:prstDash val="solid"/>
          </a:ln>
        </p:spPr>
      </p:sp>
      <p:sp>
        <p:nvSpPr>
          <p:cNvPr id="11" name="Shape 9"/>
          <p:cNvSpPr/>
          <p:nvPr/>
        </p:nvSpPr>
        <p:spPr>
          <a:xfrm>
            <a:off x="1516441" y="3805733"/>
            <a:ext cx="-122895" cy="614477"/>
          </a:xfrm>
          <a:prstGeom prst="line">
            <a:avLst/>
          </a:prstGeom>
          <a:noFill/>
          <a:ln w="128016">
            <a:solidFill>
              <a:srgbClr val="182944"/>
            </a:solidFill>
            <a:prstDash val="solid"/>
            <a:headEnd type="none"/>
          </a:ln>
        </p:spPr>
      </p:sp>
      <p:sp>
        <p:nvSpPr>
          <p:cNvPr id="12" name="Shape 10"/>
          <p:cNvSpPr/>
          <p:nvPr/>
        </p:nvSpPr>
        <p:spPr>
          <a:xfrm>
            <a:off x="1997781" y="3805733"/>
            <a:ext cx="153619" cy="614477"/>
          </a:xfrm>
          <a:prstGeom prst="line">
            <a:avLst/>
          </a:prstGeom>
          <a:noFill/>
          <a:ln w="128016">
            <a:solidFill>
              <a:srgbClr val="182944"/>
            </a:solidFill>
            <a:prstDash val="solid"/>
            <a:headEnd type="none"/>
          </a:ln>
        </p:spPr>
      </p:sp>
      <p:sp>
        <p:nvSpPr>
          <p:cNvPr id="13" name="Shape 11"/>
          <p:cNvSpPr/>
          <p:nvPr/>
        </p:nvSpPr>
        <p:spPr>
          <a:xfrm>
            <a:off x="1393546" y="3119567"/>
            <a:ext cx="-389169" cy="430134"/>
          </a:xfrm>
          <a:prstGeom prst="line">
            <a:avLst/>
          </a:prstGeom>
          <a:noFill/>
          <a:ln w="113792">
            <a:solidFill>
              <a:srgbClr val="F0C9A8"/>
            </a:solidFill>
            <a:prstDash val="solid"/>
            <a:headEnd type="none"/>
          </a:ln>
        </p:spPr>
      </p:sp>
      <p:sp>
        <p:nvSpPr>
          <p:cNvPr id="14" name="Shape 12"/>
          <p:cNvSpPr/>
          <p:nvPr/>
        </p:nvSpPr>
        <p:spPr>
          <a:xfrm>
            <a:off x="2141159" y="3119567"/>
            <a:ext cx="296997" cy="-286756"/>
          </a:xfrm>
          <a:prstGeom prst="line">
            <a:avLst/>
          </a:prstGeom>
          <a:noFill/>
          <a:ln w="113792">
            <a:solidFill>
              <a:srgbClr val="F0C9A8"/>
            </a:solidFill>
            <a:prstDash val="solid"/>
            <a:headEnd type="none"/>
          </a:ln>
        </p:spPr>
      </p:sp>
      <p:sp>
        <p:nvSpPr>
          <p:cNvPr id="15" name="Shape 13"/>
          <p:cNvSpPr/>
          <p:nvPr/>
        </p:nvSpPr>
        <p:spPr>
          <a:xfrm>
            <a:off x="3517880" y="2423160"/>
            <a:ext cx="512064" cy="512064"/>
          </a:xfrm>
          <a:prstGeom prst="ellipse">
            <a:avLst/>
          </a:prstGeom>
          <a:solidFill>
            <a:srgbClr val="F0C9A8"/>
          </a:solidFill>
          <a:ln w="12700">
            <a:solidFill>
              <a:srgbClr val="F0C9A8">
                <a:alpha val="0"/>
              </a:srgbClr>
            </a:solidFill>
            <a:prstDash val="solid"/>
          </a:ln>
        </p:spPr>
      </p:sp>
      <p:sp>
        <p:nvSpPr>
          <p:cNvPr id="16" name="Shape 14"/>
          <p:cNvSpPr/>
          <p:nvPr/>
        </p:nvSpPr>
        <p:spPr>
          <a:xfrm>
            <a:off x="3384743" y="2965948"/>
            <a:ext cx="768096" cy="880750"/>
          </a:xfrm>
          <a:prstGeom prst="roundRect">
            <a:avLst>
              <a:gd name="adj" fmla="val 19048"/>
            </a:avLst>
          </a:prstGeom>
          <a:solidFill>
            <a:srgbClr val="6BA9AF"/>
          </a:solidFill>
          <a:ln w="12700">
            <a:solidFill>
              <a:srgbClr val="6BA9AF">
                <a:alpha val="0"/>
              </a:srgbClr>
            </a:solidFill>
            <a:prstDash val="solid"/>
          </a:ln>
        </p:spPr>
      </p:sp>
      <p:sp>
        <p:nvSpPr>
          <p:cNvPr id="17" name="Shape 15"/>
          <p:cNvSpPr/>
          <p:nvPr/>
        </p:nvSpPr>
        <p:spPr>
          <a:xfrm>
            <a:off x="3528121" y="3805733"/>
            <a:ext cx="-122895" cy="614477"/>
          </a:xfrm>
          <a:prstGeom prst="line">
            <a:avLst/>
          </a:prstGeom>
          <a:noFill/>
          <a:ln w="128016">
            <a:solidFill>
              <a:srgbClr val="182944"/>
            </a:solidFill>
            <a:prstDash val="solid"/>
            <a:headEnd type="none"/>
          </a:ln>
        </p:spPr>
      </p:sp>
      <p:sp>
        <p:nvSpPr>
          <p:cNvPr id="18" name="Shape 16"/>
          <p:cNvSpPr/>
          <p:nvPr/>
        </p:nvSpPr>
        <p:spPr>
          <a:xfrm>
            <a:off x="4009461" y="3805733"/>
            <a:ext cx="153619" cy="614477"/>
          </a:xfrm>
          <a:prstGeom prst="line">
            <a:avLst/>
          </a:prstGeom>
          <a:noFill/>
          <a:ln w="128016">
            <a:solidFill>
              <a:srgbClr val="182944"/>
            </a:solidFill>
            <a:prstDash val="solid"/>
            <a:headEnd type="none"/>
          </a:ln>
        </p:spPr>
      </p:sp>
      <p:sp>
        <p:nvSpPr>
          <p:cNvPr id="19" name="Shape 17"/>
          <p:cNvSpPr/>
          <p:nvPr/>
        </p:nvSpPr>
        <p:spPr>
          <a:xfrm>
            <a:off x="3405226" y="3119567"/>
            <a:ext cx="-389169" cy="430134"/>
          </a:xfrm>
          <a:prstGeom prst="line">
            <a:avLst/>
          </a:prstGeom>
          <a:noFill/>
          <a:ln w="113792">
            <a:solidFill>
              <a:srgbClr val="F0C9A8"/>
            </a:solidFill>
            <a:prstDash val="solid"/>
            <a:headEnd type="none"/>
          </a:ln>
        </p:spPr>
      </p:sp>
      <p:sp>
        <p:nvSpPr>
          <p:cNvPr id="20" name="Shape 18"/>
          <p:cNvSpPr/>
          <p:nvPr/>
        </p:nvSpPr>
        <p:spPr>
          <a:xfrm>
            <a:off x="4152839" y="3119567"/>
            <a:ext cx="296997" cy="-286756"/>
          </a:xfrm>
          <a:prstGeom prst="line">
            <a:avLst/>
          </a:prstGeom>
          <a:noFill/>
          <a:ln w="113792">
            <a:solidFill>
              <a:srgbClr val="F0C9A8"/>
            </a:solidFill>
            <a:prstDash val="solid"/>
            <a:headEnd type="none"/>
          </a:ln>
        </p:spPr>
      </p:sp>
      <p:sp>
        <p:nvSpPr>
          <p:cNvPr id="21" name="Shape 19"/>
          <p:cNvSpPr/>
          <p:nvPr/>
        </p:nvSpPr>
        <p:spPr>
          <a:xfrm>
            <a:off x="2560320" y="1874520"/>
            <a:ext cx="1600200" cy="640080"/>
          </a:xfrm>
          <a:prstGeom prst="roundRect">
            <a:avLst>
              <a:gd name="adj" fmla="val 42857"/>
            </a:avLst>
          </a:prstGeom>
          <a:solidFill>
            <a:srgbClr val="FFFFFF"/>
          </a:solidFill>
          <a:ln w="12700">
            <a:solidFill>
              <a:srgbClr val="FFFFFF">
                <a:alpha val="0"/>
              </a:srgbClr>
            </a:solidFill>
            <a:prstDash val="solid"/>
          </a:ln>
        </p:spPr>
      </p:sp>
      <p:sp>
        <p:nvSpPr>
          <p:cNvPr id="22" name="Text 20"/>
          <p:cNvSpPr/>
          <p:nvPr/>
        </p:nvSpPr>
        <p:spPr>
          <a:xfrm>
            <a:off x="3072384" y="1947672"/>
            <a:ext cx="548640" cy="457200"/>
          </a:xfrm>
          <a:prstGeom prst="rect">
            <a:avLst/>
          </a:prstGeom>
          <a:noFill/>
          <a:ln/>
        </p:spPr>
        <p:txBody>
          <a:bodyPr wrap="square" lIns="1143" tIns="1143" rIns="1143" bIns="1143" rtlCol="0" anchor="ctr">
            <a:normAutofit/>
          </a:bodyPr>
          <a:lstStyle/>
          <a:p>
            <a:pPr rtl="1" algn="ctr" indent="0" marL="0">
              <a:buNone/>
            </a:pPr>
            <a:r>
              <a:rPr lang="en-US" sz="3000" b="1" dirty="0">
                <a:solidFill>
                  <a:srgbClr val="182944"/>
                </a:solidFill>
                <a:latin typeface="Arial" pitchFamily="34" charset="0"/>
                <a:ea typeface="Arial" pitchFamily="34" charset="-122"/>
                <a:cs typeface="Arial" pitchFamily="34" charset="-120"/>
              </a:rPr>
              <a:t>؟</a:t>
            </a:r>
            <a:endParaRPr lang="en-US" sz="3000" dirty="0"/>
          </a:p>
        </p:txBody>
      </p:sp>
      <p:sp>
        <p:nvSpPr>
          <p:cNvPr id="23" name="Text 21"/>
          <p:cNvSpPr/>
          <p:nvPr/>
        </p:nvSpPr>
        <p:spPr>
          <a:xfrm>
            <a:off x="5760720" y="1975104"/>
            <a:ext cx="5550408" cy="603504"/>
          </a:xfrm>
          <a:prstGeom prst="rect">
            <a:avLst/>
          </a:prstGeom>
          <a:noFill/>
          <a:ln/>
        </p:spPr>
        <p:txBody>
          <a:bodyPr wrap="square" lIns="1143" tIns="1143" rIns="1143" bIns="1143" rtlCol="0" anchor="ctr">
            <a:normAutofit/>
          </a:bodyPr>
          <a:lstStyle/>
          <a:p>
            <a:pPr rtl="1" algn="r" indent="0" marL="0">
              <a:buNone/>
            </a:pPr>
            <a:r>
              <a:rPr lang="en-US" sz="2500" b="1" dirty="0">
                <a:solidFill>
                  <a:srgbClr val="111D34"/>
                </a:solidFill>
                <a:latin typeface="Arial" pitchFamily="34" charset="0"/>
                <a:ea typeface="Arial" pitchFamily="34" charset="-122"/>
                <a:cs typeface="Arial" pitchFamily="34" charset="-120"/>
              </a:rPr>
              <a:t>3 دوائر في حياتك</a:t>
            </a:r>
            <a:endParaRPr lang="en-US" sz="2500" dirty="0"/>
          </a:p>
        </p:txBody>
      </p:sp>
      <p:sp>
        <p:nvSpPr>
          <p:cNvPr id="24" name="Shape 22"/>
          <p:cNvSpPr/>
          <p:nvPr/>
        </p:nvSpPr>
        <p:spPr>
          <a:xfrm>
            <a:off x="5925312" y="2761488"/>
            <a:ext cx="5358384" cy="612648"/>
          </a:xfrm>
          <a:prstGeom prst="roundRect">
            <a:avLst>
              <a:gd name="adj" fmla="val 23881"/>
            </a:avLst>
          </a:prstGeom>
          <a:solidFill>
            <a:srgbClr val="F5EBD9"/>
          </a:solidFill>
          <a:ln w="12700">
            <a:solidFill>
              <a:srgbClr val="F5EBD9">
                <a:alpha val="0"/>
              </a:srgbClr>
            </a:solidFill>
            <a:prstDash val="solid"/>
          </a:ln>
        </p:spPr>
      </p:sp>
      <p:sp>
        <p:nvSpPr>
          <p:cNvPr id="25" name="Text 23"/>
          <p:cNvSpPr/>
          <p:nvPr/>
        </p:nvSpPr>
        <p:spPr>
          <a:xfrm>
            <a:off x="6099048" y="2834640"/>
            <a:ext cx="4910328" cy="420624"/>
          </a:xfrm>
          <a:prstGeom prst="rect">
            <a:avLst/>
          </a:prstGeom>
          <a:noFill/>
          <a:ln/>
        </p:spPr>
        <p:txBody>
          <a:bodyPr wrap="square" lIns="1143" tIns="1143" rIns="1143" bIns="1143" rtlCol="0" anchor="ctr">
            <a:normAutofit/>
          </a:bodyPr>
          <a:lstStyle/>
          <a:p>
            <a:pPr rtl="1" algn="r" indent="0" marL="0">
              <a:buNone/>
            </a:pPr>
            <a:r>
              <a:rPr lang="en-US" sz="1900" b="1" dirty="0">
                <a:solidFill>
                  <a:srgbClr val="182944"/>
                </a:solidFill>
                <a:latin typeface="Arial" pitchFamily="34" charset="0"/>
                <a:ea typeface="Arial" pitchFamily="34" charset="-122"/>
                <a:cs typeface="Arial" pitchFamily="34" charset="-120"/>
              </a:rPr>
              <a:t>المدرسة: أوقف استبعاد زميل بأمان</a:t>
            </a:r>
            <a:endParaRPr lang="en-US" sz="1900" dirty="0"/>
          </a:p>
        </p:txBody>
      </p:sp>
      <p:sp>
        <p:nvSpPr>
          <p:cNvPr id="26" name="Shape 24"/>
          <p:cNvSpPr/>
          <p:nvPr/>
        </p:nvSpPr>
        <p:spPr>
          <a:xfrm>
            <a:off x="5925312" y="3511296"/>
            <a:ext cx="5358384" cy="612648"/>
          </a:xfrm>
          <a:prstGeom prst="roundRect">
            <a:avLst>
              <a:gd name="adj" fmla="val 23881"/>
            </a:avLst>
          </a:prstGeom>
          <a:solidFill>
            <a:srgbClr val="FFFFFF"/>
          </a:solidFill>
          <a:ln w="12700">
            <a:solidFill>
              <a:srgbClr val="FFFFFF">
                <a:alpha val="0"/>
              </a:srgbClr>
            </a:solidFill>
            <a:prstDash val="solid"/>
          </a:ln>
        </p:spPr>
      </p:sp>
      <p:sp>
        <p:nvSpPr>
          <p:cNvPr id="27" name="Text 25"/>
          <p:cNvSpPr/>
          <p:nvPr/>
        </p:nvSpPr>
        <p:spPr>
          <a:xfrm>
            <a:off x="6099048" y="3584448"/>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البيت: أشارك من غير ما أستنى طلب</a:t>
            </a:r>
            <a:endParaRPr lang="en-US" sz="1900" dirty="0"/>
          </a:p>
        </p:txBody>
      </p:sp>
      <p:sp>
        <p:nvSpPr>
          <p:cNvPr id="28" name="Shape 26"/>
          <p:cNvSpPr/>
          <p:nvPr/>
        </p:nvSpPr>
        <p:spPr>
          <a:xfrm>
            <a:off x="5925312" y="4261104"/>
            <a:ext cx="5358384" cy="612648"/>
          </a:xfrm>
          <a:prstGeom prst="roundRect">
            <a:avLst>
              <a:gd name="adj" fmla="val 23881"/>
            </a:avLst>
          </a:prstGeom>
          <a:solidFill>
            <a:srgbClr val="F5EBD9"/>
          </a:solidFill>
          <a:ln w="12700">
            <a:solidFill>
              <a:srgbClr val="F5EBD9">
                <a:alpha val="0"/>
              </a:srgbClr>
            </a:solidFill>
            <a:prstDash val="solid"/>
          </a:ln>
        </p:spPr>
      </p:sp>
      <p:sp>
        <p:nvSpPr>
          <p:cNvPr id="29" name="Text 27"/>
          <p:cNvSpPr/>
          <p:nvPr/>
        </p:nvSpPr>
        <p:spPr>
          <a:xfrm>
            <a:off x="6099048" y="4334256"/>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الكنيسة: أرحب بحد واقف لوحده</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E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EA942"/>
          </a:solidFill>
          <a:ln w="12700">
            <a:solidFill>
              <a:srgbClr val="FEA942">
                <a:alpha val="0"/>
              </a:srgbClr>
            </a:solidFill>
            <a:prstDash val="solid"/>
          </a:ln>
        </p:spPr>
      </p:sp>
      <p:sp>
        <p:nvSpPr>
          <p:cNvPr id="3" name="Text 1"/>
          <p:cNvSpPr/>
          <p:nvPr/>
        </p:nvSpPr>
        <p:spPr>
          <a:xfrm>
            <a:off x="512064" y="256032"/>
            <a:ext cx="5669280" cy="310896"/>
          </a:xfrm>
          <a:prstGeom prst="rect">
            <a:avLst/>
          </a:prstGeom>
          <a:noFill/>
          <a:ln/>
        </p:spPr>
        <p:txBody>
          <a:bodyPr wrap="square" lIns="1143" tIns="1143" rIns="1143" bIns="1143" rtlCol="0" anchor="ctr">
            <a:normAutofit/>
          </a:bodyPr>
          <a:lstStyle/>
          <a:p>
            <a:pPr rtl="1" algn="l" indent="0" marL="0">
              <a:buNone/>
            </a:pPr>
            <a:r>
              <a:rPr lang="en-US" sz="1200" b="1" dirty="0">
                <a:solidFill>
                  <a:srgbClr val="66758C"/>
                </a:solidFill>
                <a:latin typeface="Arial" pitchFamily="34" charset="0"/>
                <a:ea typeface="Arial" pitchFamily="34" charset="-122"/>
                <a:cs typeface="Arial" pitchFamily="34" charset="-120"/>
              </a:rPr>
              <a:t>قوم وابنِ  |  الإيجابية المسيحية</a:t>
            </a:r>
            <a:endParaRPr lang="en-US" sz="1200" dirty="0"/>
          </a:p>
        </p:txBody>
      </p:sp>
      <p:sp>
        <p:nvSpPr>
          <p:cNvPr id="4" name="Shape 2"/>
          <p:cNvSpPr/>
          <p:nvPr/>
        </p:nvSpPr>
        <p:spPr>
          <a:xfrm>
            <a:off x="10607040" y="320040"/>
            <a:ext cx="1024128" cy="393192"/>
          </a:xfrm>
          <a:prstGeom prst="roundRect">
            <a:avLst>
              <a:gd name="adj" fmla="val 30233"/>
            </a:avLst>
          </a:prstGeom>
          <a:solidFill>
            <a:srgbClr val="111D34"/>
          </a:solidFill>
          <a:ln w="12700">
            <a:solidFill>
              <a:srgbClr val="111D34">
                <a:alpha val="0"/>
              </a:srgbClr>
            </a:solidFill>
            <a:prstDash val="solid"/>
          </a:ln>
        </p:spPr>
      </p:sp>
      <p:sp>
        <p:nvSpPr>
          <p:cNvPr id="5" name="Text 3"/>
          <p:cNvSpPr/>
          <p:nvPr/>
        </p:nvSpPr>
        <p:spPr>
          <a:xfrm>
            <a:off x="10835640" y="365760"/>
            <a:ext cx="594360" cy="265176"/>
          </a:xfrm>
          <a:prstGeom prst="rect">
            <a:avLst/>
          </a:prstGeom>
          <a:noFill/>
          <a:ln/>
        </p:spPr>
        <p:txBody>
          <a:bodyPr wrap="square" lIns="1143" tIns="1143" rIns="1143" bIns="1143" rtlCol="0" anchor="ctr">
            <a:normAutofit/>
          </a:bodyPr>
          <a:lstStyle/>
          <a:p>
            <a:pPr rtl="1" algn="ctr" indent="0" marL="0">
              <a:buNone/>
            </a:pPr>
            <a:r>
              <a:rPr lang="en-US" sz="1200" b="1" dirty="0">
                <a:solidFill>
                  <a:srgbClr val="FFFFFF"/>
                </a:solidFill>
                <a:latin typeface="Arial" pitchFamily="34" charset="0"/>
                <a:ea typeface="Arial" pitchFamily="34" charset="-122"/>
                <a:cs typeface="Arial" pitchFamily="34" charset="-120"/>
              </a:rPr>
              <a:t>10</a:t>
            </a:r>
            <a:endParaRPr lang="en-US" sz="1200" dirty="0"/>
          </a:p>
        </p:txBody>
      </p:sp>
      <p:sp>
        <p:nvSpPr>
          <p:cNvPr id="6" name="Text 4"/>
          <p:cNvSpPr/>
          <p:nvPr/>
        </p:nvSpPr>
        <p:spPr>
          <a:xfrm>
            <a:off x="5623560" y="1078992"/>
            <a:ext cx="5888736" cy="731520"/>
          </a:xfrm>
          <a:prstGeom prst="rect">
            <a:avLst/>
          </a:prstGeom>
          <a:noFill/>
          <a:ln/>
        </p:spPr>
        <p:txBody>
          <a:bodyPr wrap="square" lIns="1143" tIns="1143" rIns="1143" bIns="1143" rtlCol="0" anchor="ctr">
            <a:normAutofit/>
          </a:bodyPr>
          <a:lstStyle/>
          <a:p>
            <a:pPr rtl="1" algn="r" indent="0" marL="0">
              <a:buNone/>
            </a:pPr>
            <a:r>
              <a:rPr lang="en-US" sz="3400" b="1" dirty="0">
                <a:solidFill>
                  <a:srgbClr val="182944"/>
                </a:solidFill>
                <a:latin typeface="Arial" pitchFamily="34" charset="0"/>
                <a:ea typeface="Arial" pitchFamily="34" charset="-122"/>
                <a:cs typeface="Arial" pitchFamily="34" charset="-120"/>
              </a:rPr>
              <a:t>الآن دورك!</a:t>
            </a:r>
            <a:endParaRPr lang="en-US" sz="3400" dirty="0"/>
          </a:p>
        </p:txBody>
      </p:sp>
      <p:sp>
        <p:nvSpPr>
          <p:cNvPr id="7" name="Shape 5"/>
          <p:cNvSpPr/>
          <p:nvPr/>
        </p:nvSpPr>
        <p:spPr>
          <a:xfrm>
            <a:off x="502920" y="1371600"/>
            <a:ext cx="4846320" cy="4526280"/>
          </a:xfrm>
          <a:prstGeom prst="roundRect">
            <a:avLst>
              <a:gd name="adj" fmla="val 7071"/>
            </a:avLst>
          </a:prstGeom>
          <a:solidFill>
            <a:srgbClr val="DDECF6"/>
          </a:solidFill>
          <a:ln w="12700">
            <a:solidFill>
              <a:srgbClr val="DDECF6">
                <a:alpha val="0"/>
              </a:srgbClr>
            </a:solidFill>
            <a:prstDash val="solid"/>
          </a:ln>
        </p:spPr>
      </p:sp>
      <p:sp>
        <p:nvSpPr>
          <p:cNvPr id="8" name="Shape 6"/>
          <p:cNvSpPr/>
          <p:nvPr/>
        </p:nvSpPr>
        <p:spPr>
          <a:xfrm>
            <a:off x="3474720" y="1874520"/>
            <a:ext cx="1051560" cy="1051560"/>
          </a:xfrm>
          <a:prstGeom prst="ellipse">
            <a:avLst/>
          </a:prstGeom>
          <a:solidFill>
            <a:srgbClr val="C7E0EE"/>
          </a:solidFill>
          <a:ln w="12700">
            <a:solidFill>
              <a:srgbClr val="C7E0EE">
                <a:alpha val="0"/>
              </a:srgbClr>
            </a:solidFill>
            <a:prstDash val="solid"/>
          </a:ln>
        </p:spPr>
      </p:sp>
      <p:sp>
        <p:nvSpPr>
          <p:cNvPr id="9" name="Shape 7"/>
          <p:cNvSpPr/>
          <p:nvPr/>
        </p:nvSpPr>
        <p:spPr>
          <a:xfrm>
            <a:off x="1986077" y="2194560"/>
            <a:ext cx="548640" cy="548640"/>
          </a:xfrm>
          <a:prstGeom prst="ellipse">
            <a:avLst/>
          </a:prstGeom>
          <a:solidFill>
            <a:srgbClr val="F0C9A8"/>
          </a:solidFill>
          <a:ln w="12700">
            <a:solidFill>
              <a:srgbClr val="F0C9A8">
                <a:alpha val="0"/>
              </a:srgbClr>
            </a:solidFill>
            <a:prstDash val="solid"/>
          </a:ln>
        </p:spPr>
      </p:sp>
      <p:sp>
        <p:nvSpPr>
          <p:cNvPr id="10" name="Shape 8"/>
          <p:cNvSpPr/>
          <p:nvPr/>
        </p:nvSpPr>
        <p:spPr>
          <a:xfrm>
            <a:off x="1843430" y="2776118"/>
            <a:ext cx="822960" cy="943661"/>
          </a:xfrm>
          <a:prstGeom prst="roundRect">
            <a:avLst>
              <a:gd name="adj" fmla="val 17778"/>
            </a:avLst>
          </a:prstGeom>
          <a:solidFill>
            <a:srgbClr val="FEA942"/>
          </a:solidFill>
          <a:ln w="12700">
            <a:solidFill>
              <a:srgbClr val="FEA942">
                <a:alpha val="0"/>
              </a:srgbClr>
            </a:solidFill>
            <a:prstDash val="solid"/>
          </a:ln>
        </p:spPr>
      </p:sp>
      <p:sp>
        <p:nvSpPr>
          <p:cNvPr id="11" name="Shape 9"/>
          <p:cNvSpPr/>
          <p:nvPr/>
        </p:nvSpPr>
        <p:spPr>
          <a:xfrm>
            <a:off x="1997050" y="3675888"/>
            <a:ext cx="-131674" cy="658368"/>
          </a:xfrm>
          <a:prstGeom prst="line">
            <a:avLst/>
          </a:prstGeom>
          <a:noFill/>
          <a:ln w="137160">
            <a:solidFill>
              <a:srgbClr val="182944"/>
            </a:solidFill>
            <a:prstDash val="solid"/>
            <a:headEnd type="none"/>
          </a:ln>
        </p:spPr>
      </p:sp>
      <p:sp>
        <p:nvSpPr>
          <p:cNvPr id="12" name="Shape 10"/>
          <p:cNvSpPr/>
          <p:nvPr/>
        </p:nvSpPr>
        <p:spPr>
          <a:xfrm>
            <a:off x="2512771" y="3675888"/>
            <a:ext cx="164592" cy="658368"/>
          </a:xfrm>
          <a:prstGeom prst="line">
            <a:avLst/>
          </a:prstGeom>
          <a:noFill/>
          <a:ln w="137160">
            <a:solidFill>
              <a:srgbClr val="182944"/>
            </a:solidFill>
            <a:prstDash val="solid"/>
            <a:headEnd type="none"/>
          </a:ln>
        </p:spPr>
      </p:sp>
      <p:sp>
        <p:nvSpPr>
          <p:cNvPr id="13" name="Shape 11"/>
          <p:cNvSpPr/>
          <p:nvPr/>
        </p:nvSpPr>
        <p:spPr>
          <a:xfrm>
            <a:off x="1865376" y="2940710"/>
            <a:ext cx="-416966" cy="460858"/>
          </a:xfrm>
          <a:prstGeom prst="line">
            <a:avLst/>
          </a:prstGeom>
          <a:noFill/>
          <a:ln w="121920">
            <a:solidFill>
              <a:srgbClr val="F0C9A8"/>
            </a:solidFill>
            <a:prstDash val="solid"/>
            <a:headEnd type="none"/>
          </a:ln>
        </p:spPr>
      </p:sp>
      <p:sp>
        <p:nvSpPr>
          <p:cNvPr id="14" name="Shape 12"/>
          <p:cNvSpPr/>
          <p:nvPr/>
        </p:nvSpPr>
        <p:spPr>
          <a:xfrm>
            <a:off x="2666390" y="2940710"/>
            <a:ext cx="318211" cy="-307238"/>
          </a:xfrm>
          <a:prstGeom prst="line">
            <a:avLst/>
          </a:prstGeom>
          <a:noFill/>
          <a:ln w="121920">
            <a:solidFill>
              <a:srgbClr val="F0C9A8"/>
            </a:solidFill>
            <a:prstDash val="solid"/>
            <a:headEnd type="none"/>
          </a:ln>
        </p:spPr>
      </p:sp>
      <p:sp>
        <p:nvSpPr>
          <p:cNvPr id="15" name="Shape 13"/>
          <p:cNvSpPr/>
          <p:nvPr/>
        </p:nvSpPr>
        <p:spPr>
          <a:xfrm>
            <a:off x="3749040" y="2926080"/>
            <a:ext cx="822960" cy="822960"/>
          </a:xfrm>
          <a:prstGeom prst="ellipse">
            <a:avLst/>
          </a:prstGeom>
          <a:solidFill>
            <a:srgbClr val="D8F2E7"/>
          </a:solidFill>
          <a:ln w="12700">
            <a:solidFill>
              <a:srgbClr val="D8F2E7">
                <a:alpha val="0"/>
              </a:srgbClr>
            </a:solidFill>
            <a:prstDash val="solid"/>
          </a:ln>
        </p:spPr>
      </p:sp>
      <p:sp>
        <p:nvSpPr>
          <p:cNvPr id="16" name="Text 14"/>
          <p:cNvSpPr/>
          <p:nvPr/>
        </p:nvSpPr>
        <p:spPr>
          <a:xfrm>
            <a:off x="3803904" y="2980944"/>
            <a:ext cx="594360" cy="457200"/>
          </a:xfrm>
          <a:prstGeom prst="rect">
            <a:avLst/>
          </a:prstGeom>
          <a:noFill/>
          <a:ln/>
        </p:spPr>
        <p:txBody>
          <a:bodyPr wrap="square" lIns="1143" tIns="1143" rIns="1143" bIns="1143" rtlCol="0" anchor="ctr">
            <a:normAutofit/>
          </a:bodyPr>
          <a:lstStyle/>
          <a:p>
            <a:pPr rtl="1" algn="ctr" indent="0" marL="0">
              <a:buNone/>
            </a:pPr>
            <a:r>
              <a:rPr lang="en-US" sz="2600" b="1" dirty="0">
                <a:solidFill>
                  <a:srgbClr val="187B61"/>
                </a:solidFill>
                <a:latin typeface="Arial" pitchFamily="34" charset="0"/>
                <a:ea typeface="Arial" pitchFamily="34" charset="-122"/>
                <a:cs typeface="Arial" pitchFamily="34" charset="-120"/>
              </a:rPr>
              <a:t>✓</a:t>
            </a:r>
            <a:endParaRPr lang="en-US" sz="2600" dirty="0"/>
          </a:p>
        </p:txBody>
      </p:sp>
      <p:sp>
        <p:nvSpPr>
          <p:cNvPr id="17" name="Text 15"/>
          <p:cNvSpPr/>
          <p:nvPr/>
        </p:nvSpPr>
        <p:spPr>
          <a:xfrm>
            <a:off x="5760720" y="1975104"/>
            <a:ext cx="5550408" cy="603504"/>
          </a:xfrm>
          <a:prstGeom prst="rect">
            <a:avLst/>
          </a:prstGeom>
          <a:noFill/>
          <a:ln/>
        </p:spPr>
        <p:txBody>
          <a:bodyPr wrap="square" lIns="1143" tIns="1143" rIns="1143" bIns="1143" rtlCol="0" anchor="ctr">
            <a:normAutofit/>
          </a:bodyPr>
          <a:lstStyle/>
          <a:p>
            <a:pPr rtl="1" algn="r" indent="0" marL="0">
              <a:buNone/>
            </a:pPr>
            <a:r>
              <a:rPr lang="en-US" sz="2500" b="1" dirty="0">
                <a:solidFill>
                  <a:srgbClr val="111D34"/>
                </a:solidFill>
                <a:latin typeface="Arial" pitchFamily="34" charset="0"/>
                <a:ea typeface="Arial" pitchFamily="34" charset="-122"/>
                <a:cs typeface="Arial" pitchFamily="34" charset="-120"/>
              </a:rPr>
              <a:t>لعبة: قرار يصنع فرقًا</a:t>
            </a:r>
            <a:endParaRPr lang="en-US" sz="2500" dirty="0"/>
          </a:p>
        </p:txBody>
      </p:sp>
      <p:sp>
        <p:nvSpPr>
          <p:cNvPr id="18" name="Shape 16"/>
          <p:cNvSpPr/>
          <p:nvPr/>
        </p:nvSpPr>
        <p:spPr>
          <a:xfrm>
            <a:off x="5925312" y="2761488"/>
            <a:ext cx="5358384" cy="612648"/>
          </a:xfrm>
          <a:prstGeom prst="roundRect">
            <a:avLst>
              <a:gd name="adj" fmla="val 23881"/>
            </a:avLst>
          </a:prstGeom>
          <a:solidFill>
            <a:srgbClr val="F5EBD9"/>
          </a:solidFill>
          <a:ln w="12700">
            <a:solidFill>
              <a:srgbClr val="F5EBD9">
                <a:alpha val="0"/>
              </a:srgbClr>
            </a:solidFill>
            <a:prstDash val="solid"/>
          </a:ln>
        </p:spPr>
      </p:sp>
      <p:sp>
        <p:nvSpPr>
          <p:cNvPr id="19" name="Text 17"/>
          <p:cNvSpPr/>
          <p:nvPr/>
        </p:nvSpPr>
        <p:spPr>
          <a:xfrm>
            <a:off x="6099048" y="2834640"/>
            <a:ext cx="4910328" cy="420624"/>
          </a:xfrm>
          <a:prstGeom prst="rect">
            <a:avLst/>
          </a:prstGeom>
          <a:noFill/>
          <a:ln/>
        </p:spPr>
        <p:txBody>
          <a:bodyPr wrap="square" lIns="1143" tIns="1143" rIns="1143" bIns="1143" rtlCol="0" anchor="ctr">
            <a:normAutofit/>
          </a:bodyPr>
          <a:lstStyle/>
          <a:p>
            <a:pPr rtl="1" algn="r" indent="0" marL="0">
              <a:buNone/>
            </a:pPr>
            <a:r>
              <a:rPr lang="en-US" sz="1900" b="1" dirty="0">
                <a:solidFill>
                  <a:srgbClr val="182944"/>
                </a:solidFill>
                <a:latin typeface="Arial" pitchFamily="34" charset="0"/>
                <a:ea typeface="Arial" pitchFamily="34" charset="-122"/>
                <a:cs typeface="Arial" pitchFamily="34" charset="-120"/>
              </a:rPr>
              <a:t>افتح رابط GitHub Pages أو QR</a:t>
            </a:r>
            <a:endParaRPr lang="en-US" sz="1900" dirty="0"/>
          </a:p>
        </p:txBody>
      </p:sp>
      <p:sp>
        <p:nvSpPr>
          <p:cNvPr id="20" name="Shape 18"/>
          <p:cNvSpPr/>
          <p:nvPr/>
        </p:nvSpPr>
        <p:spPr>
          <a:xfrm>
            <a:off x="5925312" y="3511296"/>
            <a:ext cx="5358384" cy="612648"/>
          </a:xfrm>
          <a:prstGeom prst="roundRect">
            <a:avLst>
              <a:gd name="adj" fmla="val 23881"/>
            </a:avLst>
          </a:prstGeom>
          <a:solidFill>
            <a:srgbClr val="FFFFFF"/>
          </a:solidFill>
          <a:ln w="12700">
            <a:solidFill>
              <a:srgbClr val="FFFFFF">
                <a:alpha val="0"/>
              </a:srgbClr>
            </a:solidFill>
            <a:prstDash val="solid"/>
          </a:ln>
        </p:spPr>
      </p:sp>
      <p:sp>
        <p:nvSpPr>
          <p:cNvPr id="21" name="Text 19"/>
          <p:cNvSpPr/>
          <p:nvPr/>
        </p:nvSpPr>
        <p:spPr>
          <a:xfrm>
            <a:off x="6099048" y="3584448"/>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اختار ردّك في 5 مواقف</a:t>
            </a:r>
            <a:endParaRPr lang="en-US" sz="1900" dirty="0"/>
          </a:p>
        </p:txBody>
      </p:sp>
      <p:sp>
        <p:nvSpPr>
          <p:cNvPr id="22" name="Shape 20"/>
          <p:cNvSpPr/>
          <p:nvPr/>
        </p:nvSpPr>
        <p:spPr>
          <a:xfrm>
            <a:off x="5925312" y="4261104"/>
            <a:ext cx="5358384" cy="612648"/>
          </a:xfrm>
          <a:prstGeom prst="roundRect">
            <a:avLst>
              <a:gd name="adj" fmla="val 23881"/>
            </a:avLst>
          </a:prstGeom>
          <a:solidFill>
            <a:srgbClr val="F5EBD9"/>
          </a:solidFill>
          <a:ln w="12700">
            <a:solidFill>
              <a:srgbClr val="F5EBD9">
                <a:alpha val="0"/>
              </a:srgbClr>
            </a:solidFill>
            <a:prstDash val="solid"/>
          </a:ln>
        </p:spPr>
      </p:sp>
      <p:sp>
        <p:nvSpPr>
          <p:cNvPr id="23" name="Text 21"/>
          <p:cNvSpPr/>
          <p:nvPr/>
        </p:nvSpPr>
        <p:spPr>
          <a:xfrm>
            <a:off x="6099048" y="4334256"/>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اقرأ نتيجة اختيارك</a:t>
            </a:r>
            <a:endParaRPr lang="en-US" sz="1900" dirty="0"/>
          </a:p>
        </p:txBody>
      </p:sp>
      <p:sp>
        <p:nvSpPr>
          <p:cNvPr id="24" name="Shape 22"/>
          <p:cNvSpPr/>
          <p:nvPr/>
        </p:nvSpPr>
        <p:spPr>
          <a:xfrm>
            <a:off x="5925312" y="5010912"/>
            <a:ext cx="5358384" cy="612648"/>
          </a:xfrm>
          <a:prstGeom prst="roundRect">
            <a:avLst>
              <a:gd name="adj" fmla="val 23881"/>
            </a:avLst>
          </a:prstGeom>
          <a:solidFill>
            <a:srgbClr val="FFFFFF"/>
          </a:solidFill>
          <a:ln w="12700">
            <a:solidFill>
              <a:srgbClr val="FFFFFF">
                <a:alpha val="0"/>
              </a:srgbClr>
            </a:solidFill>
            <a:prstDash val="solid"/>
          </a:ln>
        </p:spPr>
      </p:sp>
      <p:sp>
        <p:nvSpPr>
          <p:cNvPr id="25" name="Text 23"/>
          <p:cNvSpPr/>
          <p:nvPr/>
        </p:nvSpPr>
        <p:spPr>
          <a:xfrm>
            <a:off x="6099048" y="5084064"/>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في النهاية اختار تحدّي 24 ساعة</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E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EA942"/>
          </a:solidFill>
          <a:ln w="12700">
            <a:solidFill>
              <a:srgbClr val="FEA942">
                <a:alpha val="0"/>
              </a:srgbClr>
            </a:solidFill>
            <a:prstDash val="solid"/>
          </a:ln>
        </p:spPr>
      </p:sp>
      <p:sp>
        <p:nvSpPr>
          <p:cNvPr id="3" name="Text 1"/>
          <p:cNvSpPr/>
          <p:nvPr/>
        </p:nvSpPr>
        <p:spPr>
          <a:xfrm>
            <a:off x="512064" y="256032"/>
            <a:ext cx="5669280" cy="310896"/>
          </a:xfrm>
          <a:prstGeom prst="rect">
            <a:avLst/>
          </a:prstGeom>
          <a:noFill/>
          <a:ln/>
        </p:spPr>
        <p:txBody>
          <a:bodyPr wrap="square" lIns="1143" tIns="1143" rIns="1143" bIns="1143" rtlCol="0" anchor="ctr">
            <a:normAutofit/>
          </a:bodyPr>
          <a:lstStyle/>
          <a:p>
            <a:pPr rtl="1" algn="l" indent="0" marL="0">
              <a:buNone/>
            </a:pPr>
            <a:r>
              <a:rPr lang="en-US" sz="1200" b="1" dirty="0">
                <a:solidFill>
                  <a:srgbClr val="66758C"/>
                </a:solidFill>
                <a:latin typeface="Arial" pitchFamily="34" charset="0"/>
                <a:ea typeface="Arial" pitchFamily="34" charset="-122"/>
                <a:cs typeface="Arial" pitchFamily="34" charset="-120"/>
              </a:rPr>
              <a:t>قوم وابنِ  |  الإيجابية المسيحية</a:t>
            </a:r>
            <a:endParaRPr lang="en-US" sz="1200" dirty="0"/>
          </a:p>
        </p:txBody>
      </p:sp>
      <p:sp>
        <p:nvSpPr>
          <p:cNvPr id="4" name="Shape 2"/>
          <p:cNvSpPr/>
          <p:nvPr/>
        </p:nvSpPr>
        <p:spPr>
          <a:xfrm>
            <a:off x="10607040" y="320040"/>
            <a:ext cx="1024128" cy="393192"/>
          </a:xfrm>
          <a:prstGeom prst="roundRect">
            <a:avLst>
              <a:gd name="adj" fmla="val 30233"/>
            </a:avLst>
          </a:prstGeom>
          <a:solidFill>
            <a:srgbClr val="111D34"/>
          </a:solidFill>
          <a:ln w="12700">
            <a:solidFill>
              <a:srgbClr val="111D34">
                <a:alpha val="0"/>
              </a:srgbClr>
            </a:solidFill>
            <a:prstDash val="solid"/>
          </a:ln>
        </p:spPr>
      </p:sp>
      <p:sp>
        <p:nvSpPr>
          <p:cNvPr id="5" name="Text 3"/>
          <p:cNvSpPr/>
          <p:nvPr/>
        </p:nvSpPr>
        <p:spPr>
          <a:xfrm>
            <a:off x="10835640" y="365760"/>
            <a:ext cx="594360" cy="265176"/>
          </a:xfrm>
          <a:prstGeom prst="rect">
            <a:avLst/>
          </a:prstGeom>
          <a:noFill/>
          <a:ln/>
        </p:spPr>
        <p:txBody>
          <a:bodyPr wrap="square" lIns="1143" tIns="1143" rIns="1143" bIns="1143" rtlCol="0" anchor="ctr">
            <a:normAutofit/>
          </a:bodyPr>
          <a:lstStyle/>
          <a:p>
            <a:pPr rtl="1" algn="ctr" indent="0" marL="0">
              <a:buNone/>
            </a:pPr>
            <a:r>
              <a:rPr lang="en-US" sz="1200" b="1" dirty="0">
                <a:solidFill>
                  <a:srgbClr val="FFFFFF"/>
                </a:solidFill>
                <a:latin typeface="Arial" pitchFamily="34" charset="0"/>
                <a:ea typeface="Arial" pitchFamily="34" charset="-122"/>
                <a:cs typeface="Arial" pitchFamily="34" charset="-120"/>
              </a:rPr>
              <a:t>11</a:t>
            </a:r>
            <a:endParaRPr lang="en-US" sz="1200" dirty="0"/>
          </a:p>
        </p:txBody>
      </p:sp>
      <p:sp>
        <p:nvSpPr>
          <p:cNvPr id="6" name="Text 4"/>
          <p:cNvSpPr/>
          <p:nvPr/>
        </p:nvSpPr>
        <p:spPr>
          <a:xfrm>
            <a:off x="5623560" y="1078992"/>
            <a:ext cx="5888736" cy="731520"/>
          </a:xfrm>
          <a:prstGeom prst="rect">
            <a:avLst/>
          </a:prstGeom>
          <a:noFill/>
          <a:ln/>
        </p:spPr>
        <p:txBody>
          <a:bodyPr wrap="square" lIns="1143" tIns="1143" rIns="1143" bIns="1143" rtlCol="0" anchor="ctr">
            <a:normAutofit/>
          </a:bodyPr>
          <a:lstStyle/>
          <a:p>
            <a:pPr rtl="1" algn="r" indent="0" marL="0">
              <a:buNone/>
            </a:pPr>
            <a:r>
              <a:rPr lang="en-US" sz="3400" b="1" dirty="0">
                <a:solidFill>
                  <a:srgbClr val="182944"/>
                </a:solidFill>
                <a:latin typeface="Arial" pitchFamily="34" charset="0"/>
                <a:ea typeface="Arial" pitchFamily="34" charset="-122"/>
                <a:cs typeface="Arial" pitchFamily="34" charset="-120"/>
              </a:rPr>
              <a:t>نفكّر بعد اللعبة</a:t>
            </a:r>
            <a:endParaRPr lang="en-US" sz="3400" dirty="0"/>
          </a:p>
        </p:txBody>
      </p:sp>
      <p:sp>
        <p:nvSpPr>
          <p:cNvPr id="7" name="Shape 5"/>
          <p:cNvSpPr/>
          <p:nvPr/>
        </p:nvSpPr>
        <p:spPr>
          <a:xfrm>
            <a:off x="502920" y="1371600"/>
            <a:ext cx="4846320" cy="4526280"/>
          </a:xfrm>
          <a:prstGeom prst="roundRect">
            <a:avLst>
              <a:gd name="adj" fmla="val 7071"/>
            </a:avLst>
          </a:prstGeom>
          <a:solidFill>
            <a:srgbClr val="DDECF6"/>
          </a:solidFill>
          <a:ln w="12700">
            <a:solidFill>
              <a:srgbClr val="DDECF6">
                <a:alpha val="0"/>
              </a:srgbClr>
            </a:solidFill>
            <a:prstDash val="solid"/>
          </a:ln>
        </p:spPr>
      </p:sp>
      <p:sp>
        <p:nvSpPr>
          <p:cNvPr id="8" name="Shape 6"/>
          <p:cNvSpPr/>
          <p:nvPr/>
        </p:nvSpPr>
        <p:spPr>
          <a:xfrm>
            <a:off x="3474720" y="1874520"/>
            <a:ext cx="1051560" cy="1051560"/>
          </a:xfrm>
          <a:prstGeom prst="ellipse">
            <a:avLst/>
          </a:prstGeom>
          <a:solidFill>
            <a:srgbClr val="C7E0EE"/>
          </a:solidFill>
          <a:ln w="12700">
            <a:solidFill>
              <a:srgbClr val="C7E0EE">
                <a:alpha val="0"/>
              </a:srgbClr>
            </a:solidFill>
            <a:prstDash val="solid"/>
          </a:ln>
        </p:spPr>
      </p:sp>
      <p:sp>
        <p:nvSpPr>
          <p:cNvPr id="9" name="Shape 7"/>
          <p:cNvSpPr/>
          <p:nvPr/>
        </p:nvSpPr>
        <p:spPr>
          <a:xfrm>
            <a:off x="1506200" y="2423160"/>
            <a:ext cx="512064" cy="512064"/>
          </a:xfrm>
          <a:prstGeom prst="ellipse">
            <a:avLst/>
          </a:prstGeom>
          <a:solidFill>
            <a:srgbClr val="F0C9A8"/>
          </a:solidFill>
          <a:ln w="12700">
            <a:solidFill>
              <a:srgbClr val="F0C9A8">
                <a:alpha val="0"/>
              </a:srgbClr>
            </a:solidFill>
            <a:prstDash val="solid"/>
          </a:ln>
        </p:spPr>
      </p:sp>
      <p:sp>
        <p:nvSpPr>
          <p:cNvPr id="10" name="Shape 8"/>
          <p:cNvSpPr/>
          <p:nvPr/>
        </p:nvSpPr>
        <p:spPr>
          <a:xfrm>
            <a:off x="1373063" y="2965948"/>
            <a:ext cx="768096" cy="880750"/>
          </a:xfrm>
          <a:prstGeom prst="roundRect">
            <a:avLst>
              <a:gd name="adj" fmla="val 19048"/>
            </a:avLst>
          </a:prstGeom>
          <a:solidFill>
            <a:srgbClr val="FEA942"/>
          </a:solidFill>
          <a:ln w="12700">
            <a:solidFill>
              <a:srgbClr val="FEA942">
                <a:alpha val="0"/>
              </a:srgbClr>
            </a:solidFill>
            <a:prstDash val="solid"/>
          </a:ln>
        </p:spPr>
      </p:sp>
      <p:sp>
        <p:nvSpPr>
          <p:cNvPr id="11" name="Shape 9"/>
          <p:cNvSpPr/>
          <p:nvPr/>
        </p:nvSpPr>
        <p:spPr>
          <a:xfrm>
            <a:off x="1516441" y="3805733"/>
            <a:ext cx="-122895" cy="614477"/>
          </a:xfrm>
          <a:prstGeom prst="line">
            <a:avLst/>
          </a:prstGeom>
          <a:noFill/>
          <a:ln w="128016">
            <a:solidFill>
              <a:srgbClr val="182944"/>
            </a:solidFill>
            <a:prstDash val="solid"/>
            <a:headEnd type="none"/>
          </a:ln>
        </p:spPr>
      </p:sp>
      <p:sp>
        <p:nvSpPr>
          <p:cNvPr id="12" name="Shape 10"/>
          <p:cNvSpPr/>
          <p:nvPr/>
        </p:nvSpPr>
        <p:spPr>
          <a:xfrm>
            <a:off x="1997781" y="3805733"/>
            <a:ext cx="153619" cy="614477"/>
          </a:xfrm>
          <a:prstGeom prst="line">
            <a:avLst/>
          </a:prstGeom>
          <a:noFill/>
          <a:ln w="128016">
            <a:solidFill>
              <a:srgbClr val="182944"/>
            </a:solidFill>
            <a:prstDash val="solid"/>
            <a:headEnd type="none"/>
          </a:ln>
        </p:spPr>
      </p:sp>
      <p:sp>
        <p:nvSpPr>
          <p:cNvPr id="13" name="Shape 11"/>
          <p:cNvSpPr/>
          <p:nvPr/>
        </p:nvSpPr>
        <p:spPr>
          <a:xfrm>
            <a:off x="1393546" y="3119567"/>
            <a:ext cx="-389169" cy="430134"/>
          </a:xfrm>
          <a:prstGeom prst="line">
            <a:avLst/>
          </a:prstGeom>
          <a:noFill/>
          <a:ln w="113792">
            <a:solidFill>
              <a:srgbClr val="F0C9A8"/>
            </a:solidFill>
            <a:prstDash val="solid"/>
            <a:headEnd type="none"/>
          </a:ln>
        </p:spPr>
      </p:sp>
      <p:sp>
        <p:nvSpPr>
          <p:cNvPr id="14" name="Shape 12"/>
          <p:cNvSpPr/>
          <p:nvPr/>
        </p:nvSpPr>
        <p:spPr>
          <a:xfrm>
            <a:off x="2141159" y="3119567"/>
            <a:ext cx="296997" cy="-286756"/>
          </a:xfrm>
          <a:prstGeom prst="line">
            <a:avLst/>
          </a:prstGeom>
          <a:noFill/>
          <a:ln w="113792">
            <a:solidFill>
              <a:srgbClr val="F0C9A8"/>
            </a:solidFill>
            <a:prstDash val="solid"/>
            <a:headEnd type="none"/>
          </a:ln>
        </p:spPr>
      </p:sp>
      <p:sp>
        <p:nvSpPr>
          <p:cNvPr id="15" name="Shape 13"/>
          <p:cNvSpPr/>
          <p:nvPr/>
        </p:nvSpPr>
        <p:spPr>
          <a:xfrm>
            <a:off x="3517880" y="2423160"/>
            <a:ext cx="512064" cy="512064"/>
          </a:xfrm>
          <a:prstGeom prst="ellipse">
            <a:avLst/>
          </a:prstGeom>
          <a:solidFill>
            <a:srgbClr val="F0C9A8"/>
          </a:solidFill>
          <a:ln w="12700">
            <a:solidFill>
              <a:srgbClr val="F0C9A8">
                <a:alpha val="0"/>
              </a:srgbClr>
            </a:solidFill>
            <a:prstDash val="solid"/>
          </a:ln>
        </p:spPr>
      </p:sp>
      <p:sp>
        <p:nvSpPr>
          <p:cNvPr id="16" name="Shape 14"/>
          <p:cNvSpPr/>
          <p:nvPr/>
        </p:nvSpPr>
        <p:spPr>
          <a:xfrm>
            <a:off x="3384743" y="2965948"/>
            <a:ext cx="768096" cy="880750"/>
          </a:xfrm>
          <a:prstGeom prst="roundRect">
            <a:avLst>
              <a:gd name="adj" fmla="val 19048"/>
            </a:avLst>
          </a:prstGeom>
          <a:solidFill>
            <a:srgbClr val="6BA9AF"/>
          </a:solidFill>
          <a:ln w="12700">
            <a:solidFill>
              <a:srgbClr val="6BA9AF">
                <a:alpha val="0"/>
              </a:srgbClr>
            </a:solidFill>
            <a:prstDash val="solid"/>
          </a:ln>
        </p:spPr>
      </p:sp>
      <p:sp>
        <p:nvSpPr>
          <p:cNvPr id="17" name="Shape 15"/>
          <p:cNvSpPr/>
          <p:nvPr/>
        </p:nvSpPr>
        <p:spPr>
          <a:xfrm>
            <a:off x="3528121" y="3805733"/>
            <a:ext cx="-122895" cy="614477"/>
          </a:xfrm>
          <a:prstGeom prst="line">
            <a:avLst/>
          </a:prstGeom>
          <a:noFill/>
          <a:ln w="128016">
            <a:solidFill>
              <a:srgbClr val="182944"/>
            </a:solidFill>
            <a:prstDash val="solid"/>
            <a:headEnd type="none"/>
          </a:ln>
        </p:spPr>
      </p:sp>
      <p:sp>
        <p:nvSpPr>
          <p:cNvPr id="18" name="Shape 16"/>
          <p:cNvSpPr/>
          <p:nvPr/>
        </p:nvSpPr>
        <p:spPr>
          <a:xfrm>
            <a:off x="4009461" y="3805733"/>
            <a:ext cx="153619" cy="614477"/>
          </a:xfrm>
          <a:prstGeom prst="line">
            <a:avLst/>
          </a:prstGeom>
          <a:noFill/>
          <a:ln w="128016">
            <a:solidFill>
              <a:srgbClr val="182944"/>
            </a:solidFill>
            <a:prstDash val="solid"/>
            <a:headEnd type="none"/>
          </a:ln>
        </p:spPr>
      </p:sp>
      <p:sp>
        <p:nvSpPr>
          <p:cNvPr id="19" name="Shape 17"/>
          <p:cNvSpPr/>
          <p:nvPr/>
        </p:nvSpPr>
        <p:spPr>
          <a:xfrm>
            <a:off x="3405226" y="3119567"/>
            <a:ext cx="-389169" cy="430134"/>
          </a:xfrm>
          <a:prstGeom prst="line">
            <a:avLst/>
          </a:prstGeom>
          <a:noFill/>
          <a:ln w="113792">
            <a:solidFill>
              <a:srgbClr val="F0C9A8"/>
            </a:solidFill>
            <a:prstDash val="solid"/>
            <a:headEnd type="none"/>
          </a:ln>
        </p:spPr>
      </p:sp>
      <p:sp>
        <p:nvSpPr>
          <p:cNvPr id="20" name="Shape 18"/>
          <p:cNvSpPr/>
          <p:nvPr/>
        </p:nvSpPr>
        <p:spPr>
          <a:xfrm>
            <a:off x="4152839" y="3119567"/>
            <a:ext cx="296997" cy="-286756"/>
          </a:xfrm>
          <a:prstGeom prst="line">
            <a:avLst/>
          </a:prstGeom>
          <a:noFill/>
          <a:ln w="113792">
            <a:solidFill>
              <a:srgbClr val="F0C9A8"/>
            </a:solidFill>
            <a:prstDash val="solid"/>
            <a:headEnd type="none"/>
          </a:ln>
        </p:spPr>
      </p:sp>
      <p:sp>
        <p:nvSpPr>
          <p:cNvPr id="21" name="Shape 19"/>
          <p:cNvSpPr/>
          <p:nvPr/>
        </p:nvSpPr>
        <p:spPr>
          <a:xfrm>
            <a:off x="2560320" y="1874520"/>
            <a:ext cx="1600200" cy="640080"/>
          </a:xfrm>
          <a:prstGeom prst="roundRect">
            <a:avLst>
              <a:gd name="adj" fmla="val 42857"/>
            </a:avLst>
          </a:prstGeom>
          <a:solidFill>
            <a:srgbClr val="FFFFFF"/>
          </a:solidFill>
          <a:ln w="12700">
            <a:solidFill>
              <a:srgbClr val="FFFFFF">
                <a:alpha val="0"/>
              </a:srgbClr>
            </a:solidFill>
            <a:prstDash val="solid"/>
          </a:ln>
        </p:spPr>
      </p:sp>
      <p:sp>
        <p:nvSpPr>
          <p:cNvPr id="22" name="Text 20"/>
          <p:cNvSpPr/>
          <p:nvPr/>
        </p:nvSpPr>
        <p:spPr>
          <a:xfrm>
            <a:off x="3072384" y="1947672"/>
            <a:ext cx="548640" cy="457200"/>
          </a:xfrm>
          <a:prstGeom prst="rect">
            <a:avLst/>
          </a:prstGeom>
          <a:noFill/>
          <a:ln/>
        </p:spPr>
        <p:txBody>
          <a:bodyPr wrap="square" lIns="1143" tIns="1143" rIns="1143" bIns="1143" rtlCol="0" anchor="ctr">
            <a:normAutofit/>
          </a:bodyPr>
          <a:lstStyle/>
          <a:p>
            <a:pPr rtl="1" algn="ctr" indent="0" marL="0">
              <a:buNone/>
            </a:pPr>
            <a:r>
              <a:rPr lang="en-US" sz="3000" b="1" dirty="0">
                <a:solidFill>
                  <a:srgbClr val="182944"/>
                </a:solidFill>
                <a:latin typeface="Arial" pitchFamily="34" charset="0"/>
                <a:ea typeface="Arial" pitchFamily="34" charset="-122"/>
                <a:cs typeface="Arial" pitchFamily="34" charset="-120"/>
              </a:rPr>
              <a:t>؟</a:t>
            </a:r>
            <a:endParaRPr lang="en-US" sz="3000" dirty="0"/>
          </a:p>
        </p:txBody>
      </p:sp>
      <p:sp>
        <p:nvSpPr>
          <p:cNvPr id="23" name="Text 21"/>
          <p:cNvSpPr/>
          <p:nvPr/>
        </p:nvSpPr>
        <p:spPr>
          <a:xfrm>
            <a:off x="5760720" y="1975104"/>
            <a:ext cx="5550408" cy="603504"/>
          </a:xfrm>
          <a:prstGeom prst="rect">
            <a:avLst/>
          </a:prstGeom>
          <a:noFill/>
          <a:ln/>
        </p:spPr>
        <p:txBody>
          <a:bodyPr wrap="square" lIns="1143" tIns="1143" rIns="1143" bIns="1143" rtlCol="0" anchor="ctr">
            <a:normAutofit/>
          </a:bodyPr>
          <a:lstStyle/>
          <a:p>
            <a:pPr rtl="1" algn="r" indent="0" marL="0">
              <a:buNone/>
            </a:pPr>
            <a:r>
              <a:rPr lang="en-US" sz="2500" b="1" dirty="0">
                <a:solidFill>
                  <a:srgbClr val="111D34"/>
                </a:solidFill>
                <a:latin typeface="Arial" pitchFamily="34" charset="0"/>
                <a:ea typeface="Arial" pitchFamily="34" charset="-122"/>
                <a:cs typeface="Arial" pitchFamily="34" charset="-120"/>
              </a:rPr>
              <a:t>مش كل اختيار سهل</a:t>
            </a:r>
            <a:endParaRPr lang="en-US" sz="2500" dirty="0"/>
          </a:p>
        </p:txBody>
      </p:sp>
      <p:sp>
        <p:nvSpPr>
          <p:cNvPr id="24" name="Shape 22"/>
          <p:cNvSpPr/>
          <p:nvPr/>
        </p:nvSpPr>
        <p:spPr>
          <a:xfrm>
            <a:off x="5925312" y="2761488"/>
            <a:ext cx="5358384" cy="612648"/>
          </a:xfrm>
          <a:prstGeom prst="roundRect">
            <a:avLst>
              <a:gd name="adj" fmla="val 23881"/>
            </a:avLst>
          </a:prstGeom>
          <a:solidFill>
            <a:srgbClr val="F5EBD9"/>
          </a:solidFill>
          <a:ln w="12700">
            <a:solidFill>
              <a:srgbClr val="F5EBD9">
                <a:alpha val="0"/>
              </a:srgbClr>
            </a:solidFill>
            <a:prstDash val="solid"/>
          </a:ln>
        </p:spPr>
      </p:sp>
      <p:sp>
        <p:nvSpPr>
          <p:cNvPr id="25" name="Text 23"/>
          <p:cNvSpPr/>
          <p:nvPr/>
        </p:nvSpPr>
        <p:spPr>
          <a:xfrm>
            <a:off x="6099048" y="2834640"/>
            <a:ext cx="4910328" cy="420624"/>
          </a:xfrm>
          <a:prstGeom prst="rect">
            <a:avLst/>
          </a:prstGeom>
          <a:noFill/>
          <a:ln/>
        </p:spPr>
        <p:txBody>
          <a:bodyPr wrap="square" lIns="1143" tIns="1143" rIns="1143" bIns="1143" rtlCol="0" anchor="ctr">
            <a:normAutofit/>
          </a:bodyPr>
          <a:lstStyle/>
          <a:p>
            <a:pPr rtl="1" algn="r" indent="0" marL="0">
              <a:buNone/>
            </a:pPr>
            <a:r>
              <a:rPr lang="en-US" sz="1900" b="1" dirty="0">
                <a:solidFill>
                  <a:srgbClr val="182944"/>
                </a:solidFill>
                <a:latin typeface="Arial" pitchFamily="34" charset="0"/>
                <a:ea typeface="Arial" pitchFamily="34" charset="-122"/>
                <a:cs typeface="Arial" pitchFamily="34" charset="-120"/>
              </a:rPr>
              <a:t>أي موقف حسّيته حقيقي؟</a:t>
            </a:r>
            <a:endParaRPr lang="en-US" sz="1900" dirty="0"/>
          </a:p>
        </p:txBody>
      </p:sp>
      <p:sp>
        <p:nvSpPr>
          <p:cNvPr id="26" name="Shape 24"/>
          <p:cNvSpPr/>
          <p:nvPr/>
        </p:nvSpPr>
        <p:spPr>
          <a:xfrm>
            <a:off x="5925312" y="3511296"/>
            <a:ext cx="5358384" cy="612648"/>
          </a:xfrm>
          <a:prstGeom prst="roundRect">
            <a:avLst>
              <a:gd name="adj" fmla="val 23881"/>
            </a:avLst>
          </a:prstGeom>
          <a:solidFill>
            <a:srgbClr val="FFFFFF"/>
          </a:solidFill>
          <a:ln w="12700">
            <a:solidFill>
              <a:srgbClr val="FFFFFF">
                <a:alpha val="0"/>
              </a:srgbClr>
            </a:solidFill>
            <a:prstDash val="solid"/>
          </a:ln>
        </p:spPr>
      </p:sp>
      <p:sp>
        <p:nvSpPr>
          <p:cNvPr id="27" name="Text 25"/>
          <p:cNvSpPr/>
          <p:nvPr/>
        </p:nvSpPr>
        <p:spPr>
          <a:xfrm>
            <a:off x="6099048" y="3584448"/>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إمتى السكوت بيبقى غلط؟</a:t>
            </a:r>
            <a:endParaRPr lang="en-US" sz="1900" dirty="0"/>
          </a:p>
        </p:txBody>
      </p:sp>
      <p:sp>
        <p:nvSpPr>
          <p:cNvPr id="28" name="Shape 26"/>
          <p:cNvSpPr/>
          <p:nvPr/>
        </p:nvSpPr>
        <p:spPr>
          <a:xfrm>
            <a:off x="5925312" y="4261104"/>
            <a:ext cx="5358384" cy="612648"/>
          </a:xfrm>
          <a:prstGeom prst="roundRect">
            <a:avLst>
              <a:gd name="adj" fmla="val 23881"/>
            </a:avLst>
          </a:prstGeom>
          <a:solidFill>
            <a:srgbClr val="F5EBD9"/>
          </a:solidFill>
          <a:ln w="12700">
            <a:solidFill>
              <a:srgbClr val="F5EBD9">
                <a:alpha val="0"/>
              </a:srgbClr>
            </a:solidFill>
            <a:prstDash val="solid"/>
          </a:ln>
        </p:spPr>
      </p:sp>
      <p:sp>
        <p:nvSpPr>
          <p:cNvPr id="29" name="Text 27"/>
          <p:cNvSpPr/>
          <p:nvPr/>
        </p:nvSpPr>
        <p:spPr>
          <a:xfrm>
            <a:off x="6099048" y="4334256"/>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إمتى طلب المساعدة هو التصرف الإيجابي؟</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8E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EA942"/>
          </a:solidFill>
          <a:ln w="12700">
            <a:solidFill>
              <a:srgbClr val="FEA942">
                <a:alpha val="0"/>
              </a:srgbClr>
            </a:solidFill>
            <a:prstDash val="solid"/>
          </a:ln>
        </p:spPr>
      </p:sp>
      <p:sp>
        <p:nvSpPr>
          <p:cNvPr id="3" name="Text 1"/>
          <p:cNvSpPr/>
          <p:nvPr/>
        </p:nvSpPr>
        <p:spPr>
          <a:xfrm>
            <a:off x="512064" y="256032"/>
            <a:ext cx="5669280" cy="310896"/>
          </a:xfrm>
          <a:prstGeom prst="rect">
            <a:avLst/>
          </a:prstGeom>
          <a:noFill/>
          <a:ln/>
        </p:spPr>
        <p:txBody>
          <a:bodyPr wrap="square" lIns="1143" tIns="1143" rIns="1143" bIns="1143" rtlCol="0" anchor="ctr">
            <a:normAutofit/>
          </a:bodyPr>
          <a:lstStyle/>
          <a:p>
            <a:pPr rtl="1" algn="l" indent="0" marL="0">
              <a:buNone/>
            </a:pPr>
            <a:r>
              <a:rPr lang="en-US" sz="1200" b="1" dirty="0">
                <a:solidFill>
                  <a:srgbClr val="66758C"/>
                </a:solidFill>
                <a:latin typeface="Arial" pitchFamily="34" charset="0"/>
                <a:ea typeface="Arial" pitchFamily="34" charset="-122"/>
                <a:cs typeface="Arial" pitchFamily="34" charset="-120"/>
              </a:rPr>
              <a:t>قوم وابنِ  |  الإيجابية المسيحية</a:t>
            </a:r>
            <a:endParaRPr lang="en-US" sz="1200" dirty="0"/>
          </a:p>
        </p:txBody>
      </p:sp>
      <p:sp>
        <p:nvSpPr>
          <p:cNvPr id="4" name="Shape 2"/>
          <p:cNvSpPr/>
          <p:nvPr/>
        </p:nvSpPr>
        <p:spPr>
          <a:xfrm>
            <a:off x="10607040" y="320040"/>
            <a:ext cx="1024128" cy="393192"/>
          </a:xfrm>
          <a:prstGeom prst="roundRect">
            <a:avLst>
              <a:gd name="adj" fmla="val 30233"/>
            </a:avLst>
          </a:prstGeom>
          <a:solidFill>
            <a:srgbClr val="111D34"/>
          </a:solidFill>
          <a:ln w="12700">
            <a:solidFill>
              <a:srgbClr val="111D34">
                <a:alpha val="0"/>
              </a:srgbClr>
            </a:solidFill>
            <a:prstDash val="solid"/>
          </a:ln>
        </p:spPr>
      </p:sp>
      <p:sp>
        <p:nvSpPr>
          <p:cNvPr id="5" name="Text 3"/>
          <p:cNvSpPr/>
          <p:nvPr/>
        </p:nvSpPr>
        <p:spPr>
          <a:xfrm>
            <a:off x="10835640" y="365760"/>
            <a:ext cx="594360" cy="265176"/>
          </a:xfrm>
          <a:prstGeom prst="rect">
            <a:avLst/>
          </a:prstGeom>
          <a:noFill/>
          <a:ln/>
        </p:spPr>
        <p:txBody>
          <a:bodyPr wrap="square" lIns="1143" tIns="1143" rIns="1143" bIns="1143" rtlCol="0" anchor="ctr">
            <a:normAutofit/>
          </a:bodyPr>
          <a:lstStyle/>
          <a:p>
            <a:pPr rtl="1" algn="ctr" indent="0" marL="0">
              <a:buNone/>
            </a:pPr>
            <a:r>
              <a:rPr lang="en-US" sz="1200" b="1" dirty="0">
                <a:solidFill>
                  <a:srgbClr val="FFFFFF"/>
                </a:solidFill>
                <a:latin typeface="Arial" pitchFamily="34" charset="0"/>
                <a:ea typeface="Arial" pitchFamily="34" charset="-122"/>
                <a:cs typeface="Arial" pitchFamily="34" charset="-120"/>
              </a:rPr>
              <a:t>12</a:t>
            </a:r>
            <a:endParaRPr lang="en-US" sz="1200" dirty="0"/>
          </a:p>
        </p:txBody>
      </p:sp>
      <p:sp>
        <p:nvSpPr>
          <p:cNvPr id="6" name="Text 4"/>
          <p:cNvSpPr/>
          <p:nvPr/>
        </p:nvSpPr>
        <p:spPr>
          <a:xfrm>
            <a:off x="5623560" y="1078992"/>
            <a:ext cx="5888736" cy="731520"/>
          </a:xfrm>
          <a:prstGeom prst="rect">
            <a:avLst/>
          </a:prstGeom>
          <a:noFill/>
          <a:ln/>
        </p:spPr>
        <p:txBody>
          <a:bodyPr wrap="square" lIns="1143" tIns="1143" rIns="1143" bIns="1143" rtlCol="0" anchor="ctr">
            <a:normAutofit/>
          </a:bodyPr>
          <a:lstStyle/>
          <a:p>
            <a:pPr rtl="1" algn="r" indent="0" marL="0">
              <a:buNone/>
            </a:pPr>
            <a:r>
              <a:rPr lang="en-US" sz="3400" b="1" dirty="0">
                <a:solidFill>
                  <a:srgbClr val="182944"/>
                </a:solidFill>
                <a:latin typeface="Arial" pitchFamily="34" charset="0"/>
                <a:ea typeface="Arial" pitchFamily="34" charset="-122"/>
                <a:cs typeface="Arial" pitchFamily="34" charset="-120"/>
              </a:rPr>
              <a:t>نور مش ضوضاء</a:t>
            </a:r>
            <a:endParaRPr lang="en-US" sz="3400" dirty="0"/>
          </a:p>
        </p:txBody>
      </p:sp>
      <p:sp>
        <p:nvSpPr>
          <p:cNvPr id="7" name="Shape 5"/>
          <p:cNvSpPr/>
          <p:nvPr/>
        </p:nvSpPr>
        <p:spPr>
          <a:xfrm>
            <a:off x="502920" y="1371600"/>
            <a:ext cx="4846320" cy="4526280"/>
          </a:xfrm>
          <a:prstGeom prst="roundRect">
            <a:avLst>
              <a:gd name="adj" fmla="val 7071"/>
            </a:avLst>
          </a:prstGeom>
          <a:solidFill>
            <a:srgbClr val="DDECF6"/>
          </a:solidFill>
          <a:ln w="12700">
            <a:solidFill>
              <a:srgbClr val="DDECF6">
                <a:alpha val="0"/>
              </a:srgbClr>
            </a:solidFill>
            <a:prstDash val="solid"/>
          </a:ln>
        </p:spPr>
      </p:sp>
      <p:sp>
        <p:nvSpPr>
          <p:cNvPr id="8" name="Shape 6"/>
          <p:cNvSpPr/>
          <p:nvPr/>
        </p:nvSpPr>
        <p:spPr>
          <a:xfrm>
            <a:off x="3474720" y="1874520"/>
            <a:ext cx="1051560" cy="1051560"/>
          </a:xfrm>
          <a:prstGeom prst="ellipse">
            <a:avLst/>
          </a:prstGeom>
          <a:solidFill>
            <a:srgbClr val="C7E0EE"/>
          </a:solidFill>
          <a:ln w="12700">
            <a:solidFill>
              <a:srgbClr val="C7E0EE">
                <a:alpha val="0"/>
              </a:srgbClr>
            </a:solidFill>
            <a:prstDash val="solid"/>
          </a:ln>
        </p:spPr>
      </p:sp>
      <p:sp>
        <p:nvSpPr>
          <p:cNvPr id="9" name="Shape 7"/>
          <p:cNvSpPr/>
          <p:nvPr/>
        </p:nvSpPr>
        <p:spPr>
          <a:xfrm>
            <a:off x="1828800" y="2194560"/>
            <a:ext cx="1645920" cy="1645920"/>
          </a:xfrm>
          <a:prstGeom prst="ellipse">
            <a:avLst/>
          </a:prstGeom>
          <a:solidFill>
            <a:srgbClr val="FEA942"/>
          </a:solidFill>
          <a:ln w="12700">
            <a:solidFill>
              <a:srgbClr val="FEA942">
                <a:alpha val="0"/>
              </a:srgbClr>
            </a:solidFill>
            <a:prstDash val="solid"/>
          </a:ln>
        </p:spPr>
      </p:sp>
      <p:sp>
        <p:nvSpPr>
          <p:cNvPr id="10" name="Shape 8"/>
          <p:cNvSpPr/>
          <p:nvPr/>
        </p:nvSpPr>
        <p:spPr>
          <a:xfrm>
            <a:off x="2304288" y="2670048"/>
            <a:ext cx="658368" cy="658368"/>
          </a:xfrm>
          <a:prstGeom prst="ellipse">
            <a:avLst/>
          </a:prstGeom>
          <a:solidFill>
            <a:srgbClr val="FFF8EC"/>
          </a:solidFill>
          <a:ln w="12700">
            <a:solidFill>
              <a:srgbClr val="FFF8EC">
                <a:alpha val="0"/>
              </a:srgbClr>
            </a:solidFill>
            <a:prstDash val="solid"/>
          </a:ln>
        </p:spPr>
      </p:sp>
      <p:sp>
        <p:nvSpPr>
          <p:cNvPr id="11" name="Shape 9"/>
          <p:cNvSpPr/>
          <p:nvPr/>
        </p:nvSpPr>
        <p:spPr>
          <a:xfrm>
            <a:off x="3420770" y="2834640"/>
            <a:ext cx="502920" cy="502920"/>
          </a:xfrm>
          <a:prstGeom prst="ellipse">
            <a:avLst/>
          </a:prstGeom>
          <a:solidFill>
            <a:srgbClr val="F0C9A8"/>
          </a:solidFill>
          <a:ln w="12700">
            <a:solidFill>
              <a:srgbClr val="F0C9A8">
                <a:alpha val="0"/>
              </a:srgbClr>
            </a:solidFill>
            <a:prstDash val="solid"/>
          </a:ln>
        </p:spPr>
      </p:sp>
      <p:sp>
        <p:nvSpPr>
          <p:cNvPr id="12" name="Shape 10"/>
          <p:cNvSpPr/>
          <p:nvPr/>
        </p:nvSpPr>
        <p:spPr>
          <a:xfrm>
            <a:off x="3290011" y="3367735"/>
            <a:ext cx="754380" cy="865022"/>
          </a:xfrm>
          <a:prstGeom prst="roundRect">
            <a:avLst>
              <a:gd name="adj" fmla="val 19394"/>
            </a:avLst>
          </a:prstGeom>
          <a:solidFill>
            <a:srgbClr val="111D34"/>
          </a:solidFill>
          <a:ln w="12700">
            <a:solidFill>
              <a:srgbClr val="111D34">
                <a:alpha val="0"/>
              </a:srgbClr>
            </a:solidFill>
            <a:prstDash val="solid"/>
          </a:ln>
        </p:spPr>
      </p:sp>
      <p:sp>
        <p:nvSpPr>
          <p:cNvPr id="13" name="Shape 11"/>
          <p:cNvSpPr/>
          <p:nvPr/>
        </p:nvSpPr>
        <p:spPr>
          <a:xfrm>
            <a:off x="3430829" y="4192524"/>
            <a:ext cx="-120701" cy="603504"/>
          </a:xfrm>
          <a:prstGeom prst="line">
            <a:avLst/>
          </a:prstGeom>
          <a:noFill/>
          <a:ln w="125730">
            <a:solidFill>
              <a:srgbClr val="182944"/>
            </a:solidFill>
            <a:prstDash val="solid"/>
            <a:headEnd type="none"/>
          </a:ln>
        </p:spPr>
      </p:sp>
      <p:sp>
        <p:nvSpPr>
          <p:cNvPr id="14" name="Shape 12"/>
          <p:cNvSpPr/>
          <p:nvPr/>
        </p:nvSpPr>
        <p:spPr>
          <a:xfrm>
            <a:off x="3903574" y="4192524"/>
            <a:ext cx="150876" cy="603504"/>
          </a:xfrm>
          <a:prstGeom prst="line">
            <a:avLst/>
          </a:prstGeom>
          <a:noFill/>
          <a:ln w="125730">
            <a:solidFill>
              <a:srgbClr val="182944"/>
            </a:solidFill>
            <a:prstDash val="solid"/>
            <a:headEnd type="none"/>
          </a:ln>
        </p:spPr>
      </p:sp>
      <p:sp>
        <p:nvSpPr>
          <p:cNvPr id="15" name="Shape 13"/>
          <p:cNvSpPr/>
          <p:nvPr/>
        </p:nvSpPr>
        <p:spPr>
          <a:xfrm>
            <a:off x="3310128" y="3518611"/>
            <a:ext cx="-382219" cy="422453"/>
          </a:xfrm>
          <a:prstGeom prst="line">
            <a:avLst/>
          </a:prstGeom>
          <a:noFill/>
          <a:ln w="111760">
            <a:solidFill>
              <a:srgbClr val="F0C9A8"/>
            </a:solidFill>
            <a:prstDash val="solid"/>
            <a:headEnd type="none"/>
          </a:ln>
        </p:spPr>
      </p:sp>
      <p:sp>
        <p:nvSpPr>
          <p:cNvPr id="16" name="Shape 14"/>
          <p:cNvSpPr/>
          <p:nvPr/>
        </p:nvSpPr>
        <p:spPr>
          <a:xfrm>
            <a:off x="4044391" y="3518611"/>
            <a:ext cx="291694" cy="-281635"/>
          </a:xfrm>
          <a:prstGeom prst="line">
            <a:avLst/>
          </a:prstGeom>
          <a:noFill/>
          <a:ln w="111760">
            <a:solidFill>
              <a:srgbClr val="F0C9A8"/>
            </a:solidFill>
            <a:prstDash val="solid"/>
            <a:headEnd type="none"/>
          </a:ln>
        </p:spPr>
      </p:sp>
      <p:sp>
        <p:nvSpPr>
          <p:cNvPr id="17" name="Text 15"/>
          <p:cNvSpPr/>
          <p:nvPr/>
        </p:nvSpPr>
        <p:spPr>
          <a:xfrm>
            <a:off x="5760720" y="1975104"/>
            <a:ext cx="5550408" cy="603504"/>
          </a:xfrm>
          <a:prstGeom prst="rect">
            <a:avLst/>
          </a:prstGeom>
          <a:noFill/>
          <a:ln/>
        </p:spPr>
        <p:txBody>
          <a:bodyPr wrap="square" lIns="1143" tIns="1143" rIns="1143" bIns="1143" rtlCol="0" anchor="ctr">
            <a:normAutofit/>
          </a:bodyPr>
          <a:lstStyle/>
          <a:p>
            <a:pPr rtl="1" algn="r" indent="0" marL="0">
              <a:buNone/>
            </a:pPr>
            <a:r>
              <a:rPr lang="en-US" sz="2500" b="1" dirty="0">
                <a:solidFill>
                  <a:srgbClr val="111D34"/>
                </a:solidFill>
                <a:latin typeface="Arial" pitchFamily="34" charset="0"/>
                <a:ea typeface="Arial" pitchFamily="34" charset="-122"/>
                <a:cs typeface="Arial" pitchFamily="34" charset="-120"/>
              </a:rPr>
              <a:t>«فليضئ نوركم هكذا قدام الناس»</a:t>
            </a:r>
            <a:endParaRPr lang="en-US" sz="2500" dirty="0"/>
          </a:p>
        </p:txBody>
      </p:sp>
      <p:sp>
        <p:nvSpPr>
          <p:cNvPr id="18" name="Shape 16"/>
          <p:cNvSpPr/>
          <p:nvPr/>
        </p:nvSpPr>
        <p:spPr>
          <a:xfrm>
            <a:off x="5925312" y="2761488"/>
            <a:ext cx="5358384" cy="612648"/>
          </a:xfrm>
          <a:prstGeom prst="roundRect">
            <a:avLst>
              <a:gd name="adj" fmla="val 23881"/>
            </a:avLst>
          </a:prstGeom>
          <a:solidFill>
            <a:srgbClr val="F5EBD9"/>
          </a:solidFill>
          <a:ln w="12700">
            <a:solidFill>
              <a:srgbClr val="F5EBD9">
                <a:alpha val="0"/>
              </a:srgbClr>
            </a:solidFill>
            <a:prstDash val="solid"/>
          </a:ln>
        </p:spPr>
      </p:sp>
      <p:sp>
        <p:nvSpPr>
          <p:cNvPr id="19" name="Text 17"/>
          <p:cNvSpPr/>
          <p:nvPr/>
        </p:nvSpPr>
        <p:spPr>
          <a:xfrm>
            <a:off x="6099048" y="2834640"/>
            <a:ext cx="4910328" cy="420624"/>
          </a:xfrm>
          <a:prstGeom prst="rect">
            <a:avLst/>
          </a:prstGeom>
          <a:noFill/>
          <a:ln/>
        </p:spPr>
        <p:txBody>
          <a:bodyPr wrap="square" lIns="1143" tIns="1143" rIns="1143" bIns="1143" rtlCol="0" anchor="ctr">
            <a:normAutofit/>
          </a:bodyPr>
          <a:lstStyle/>
          <a:p>
            <a:pPr rtl="1" algn="r" indent="0" marL="0">
              <a:buNone/>
            </a:pPr>
            <a:r>
              <a:rPr lang="en-US" sz="1900" b="1" dirty="0">
                <a:solidFill>
                  <a:srgbClr val="182944"/>
                </a:solidFill>
                <a:latin typeface="Arial" pitchFamily="34" charset="0"/>
                <a:ea typeface="Arial" pitchFamily="34" charset="-122"/>
                <a:cs typeface="Arial" pitchFamily="34" charset="-120"/>
              </a:rPr>
              <a:t>مش الهدف الناس تصقف ليّ</a:t>
            </a:r>
            <a:endParaRPr lang="en-US" sz="1900" dirty="0"/>
          </a:p>
        </p:txBody>
      </p:sp>
      <p:sp>
        <p:nvSpPr>
          <p:cNvPr id="20" name="Shape 18"/>
          <p:cNvSpPr/>
          <p:nvPr/>
        </p:nvSpPr>
        <p:spPr>
          <a:xfrm>
            <a:off x="5925312" y="3511296"/>
            <a:ext cx="5358384" cy="612648"/>
          </a:xfrm>
          <a:prstGeom prst="roundRect">
            <a:avLst>
              <a:gd name="adj" fmla="val 23881"/>
            </a:avLst>
          </a:prstGeom>
          <a:solidFill>
            <a:srgbClr val="FFFFFF"/>
          </a:solidFill>
          <a:ln w="12700">
            <a:solidFill>
              <a:srgbClr val="FFFFFF">
                <a:alpha val="0"/>
              </a:srgbClr>
            </a:solidFill>
            <a:prstDash val="solid"/>
          </a:ln>
        </p:spPr>
      </p:sp>
      <p:sp>
        <p:nvSpPr>
          <p:cNvPr id="21" name="Text 19"/>
          <p:cNvSpPr/>
          <p:nvPr/>
        </p:nvSpPr>
        <p:spPr>
          <a:xfrm>
            <a:off x="6099048" y="3584448"/>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الهدف يشوفوا محبة ربنا في أفعالي</a:t>
            </a:r>
            <a:endParaRPr lang="en-US" sz="1900" dirty="0"/>
          </a:p>
        </p:txBody>
      </p:sp>
      <p:sp>
        <p:nvSpPr>
          <p:cNvPr id="22" name="Shape 20"/>
          <p:cNvSpPr/>
          <p:nvPr/>
        </p:nvSpPr>
        <p:spPr>
          <a:xfrm>
            <a:off x="5925312" y="4261104"/>
            <a:ext cx="5358384" cy="612648"/>
          </a:xfrm>
          <a:prstGeom prst="roundRect">
            <a:avLst>
              <a:gd name="adj" fmla="val 23881"/>
            </a:avLst>
          </a:prstGeom>
          <a:solidFill>
            <a:srgbClr val="F5EBD9"/>
          </a:solidFill>
          <a:ln w="12700">
            <a:solidFill>
              <a:srgbClr val="F5EBD9">
                <a:alpha val="0"/>
              </a:srgbClr>
            </a:solidFill>
            <a:prstDash val="solid"/>
          </a:ln>
        </p:spPr>
      </p:sp>
      <p:sp>
        <p:nvSpPr>
          <p:cNvPr id="23" name="Text 21"/>
          <p:cNvSpPr/>
          <p:nvPr/>
        </p:nvSpPr>
        <p:spPr>
          <a:xfrm>
            <a:off x="6099048" y="4334256"/>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حتى خطوة صغيرة ممكن تفرق</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E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EA942"/>
          </a:solidFill>
          <a:ln w="12700">
            <a:solidFill>
              <a:srgbClr val="FEA942">
                <a:alpha val="0"/>
              </a:srgbClr>
            </a:solidFill>
            <a:prstDash val="solid"/>
          </a:ln>
        </p:spPr>
      </p:sp>
      <p:sp>
        <p:nvSpPr>
          <p:cNvPr id="3" name="Text 1"/>
          <p:cNvSpPr/>
          <p:nvPr/>
        </p:nvSpPr>
        <p:spPr>
          <a:xfrm>
            <a:off x="512064" y="256032"/>
            <a:ext cx="5669280" cy="310896"/>
          </a:xfrm>
          <a:prstGeom prst="rect">
            <a:avLst/>
          </a:prstGeom>
          <a:noFill/>
          <a:ln/>
        </p:spPr>
        <p:txBody>
          <a:bodyPr wrap="square" lIns="1143" tIns="1143" rIns="1143" bIns="1143" rtlCol="0" anchor="ctr">
            <a:normAutofit/>
          </a:bodyPr>
          <a:lstStyle/>
          <a:p>
            <a:pPr rtl="1" algn="l" indent="0" marL="0">
              <a:buNone/>
            </a:pPr>
            <a:r>
              <a:rPr lang="en-US" sz="1200" b="1" dirty="0">
                <a:solidFill>
                  <a:srgbClr val="66758C"/>
                </a:solidFill>
                <a:latin typeface="Arial" pitchFamily="34" charset="0"/>
                <a:ea typeface="Arial" pitchFamily="34" charset="-122"/>
                <a:cs typeface="Arial" pitchFamily="34" charset="-120"/>
              </a:rPr>
              <a:t>قوم وابنِ  |  الإيجابية المسيحية</a:t>
            </a:r>
            <a:endParaRPr lang="en-US" sz="1200" dirty="0"/>
          </a:p>
        </p:txBody>
      </p:sp>
      <p:sp>
        <p:nvSpPr>
          <p:cNvPr id="4" name="Shape 2"/>
          <p:cNvSpPr/>
          <p:nvPr/>
        </p:nvSpPr>
        <p:spPr>
          <a:xfrm>
            <a:off x="10607040" y="320040"/>
            <a:ext cx="1024128" cy="393192"/>
          </a:xfrm>
          <a:prstGeom prst="roundRect">
            <a:avLst>
              <a:gd name="adj" fmla="val 30233"/>
            </a:avLst>
          </a:prstGeom>
          <a:solidFill>
            <a:srgbClr val="111D34"/>
          </a:solidFill>
          <a:ln w="12700">
            <a:solidFill>
              <a:srgbClr val="111D34">
                <a:alpha val="0"/>
              </a:srgbClr>
            </a:solidFill>
            <a:prstDash val="solid"/>
          </a:ln>
        </p:spPr>
      </p:sp>
      <p:sp>
        <p:nvSpPr>
          <p:cNvPr id="5" name="Text 3"/>
          <p:cNvSpPr/>
          <p:nvPr/>
        </p:nvSpPr>
        <p:spPr>
          <a:xfrm>
            <a:off x="10835640" y="365760"/>
            <a:ext cx="594360" cy="265176"/>
          </a:xfrm>
          <a:prstGeom prst="rect">
            <a:avLst/>
          </a:prstGeom>
          <a:noFill/>
          <a:ln/>
        </p:spPr>
        <p:txBody>
          <a:bodyPr wrap="square" lIns="1143" tIns="1143" rIns="1143" bIns="1143" rtlCol="0" anchor="ctr">
            <a:normAutofit/>
          </a:bodyPr>
          <a:lstStyle/>
          <a:p>
            <a:pPr rtl="1" algn="ctr" indent="0" marL="0">
              <a:buNone/>
            </a:pPr>
            <a:r>
              <a:rPr lang="en-US" sz="1200" b="1" dirty="0">
                <a:solidFill>
                  <a:srgbClr val="FFFFFF"/>
                </a:solidFill>
                <a:latin typeface="Arial" pitchFamily="34" charset="0"/>
                <a:ea typeface="Arial" pitchFamily="34" charset="-122"/>
                <a:cs typeface="Arial" pitchFamily="34" charset="-120"/>
              </a:rPr>
              <a:t>13</a:t>
            </a:r>
            <a:endParaRPr lang="en-US" sz="1200" dirty="0"/>
          </a:p>
        </p:txBody>
      </p:sp>
      <p:sp>
        <p:nvSpPr>
          <p:cNvPr id="6" name="Text 4"/>
          <p:cNvSpPr/>
          <p:nvPr/>
        </p:nvSpPr>
        <p:spPr>
          <a:xfrm>
            <a:off x="5623560" y="1078992"/>
            <a:ext cx="5888736" cy="731520"/>
          </a:xfrm>
          <a:prstGeom prst="rect">
            <a:avLst/>
          </a:prstGeom>
          <a:noFill/>
          <a:ln/>
        </p:spPr>
        <p:txBody>
          <a:bodyPr wrap="square" lIns="1143" tIns="1143" rIns="1143" bIns="1143" rtlCol="0" anchor="ctr">
            <a:normAutofit/>
          </a:bodyPr>
          <a:lstStyle/>
          <a:p>
            <a:pPr rtl="1" algn="r" indent="0" marL="0">
              <a:buNone/>
            </a:pPr>
            <a:r>
              <a:rPr lang="en-US" sz="3400" b="1" dirty="0">
                <a:solidFill>
                  <a:srgbClr val="182944"/>
                </a:solidFill>
                <a:latin typeface="Arial" pitchFamily="34" charset="0"/>
                <a:ea typeface="Arial" pitchFamily="34" charset="-122"/>
                <a:cs typeface="Arial" pitchFamily="34" charset="-120"/>
              </a:rPr>
              <a:t>تحدّي 24 ساعة</a:t>
            </a:r>
            <a:endParaRPr lang="en-US" sz="3400" dirty="0"/>
          </a:p>
        </p:txBody>
      </p:sp>
      <p:sp>
        <p:nvSpPr>
          <p:cNvPr id="7" name="Shape 5"/>
          <p:cNvSpPr/>
          <p:nvPr/>
        </p:nvSpPr>
        <p:spPr>
          <a:xfrm>
            <a:off x="502920" y="1371600"/>
            <a:ext cx="4846320" cy="4526280"/>
          </a:xfrm>
          <a:prstGeom prst="roundRect">
            <a:avLst>
              <a:gd name="adj" fmla="val 7071"/>
            </a:avLst>
          </a:prstGeom>
          <a:solidFill>
            <a:srgbClr val="DDECF6"/>
          </a:solidFill>
          <a:ln w="12700">
            <a:solidFill>
              <a:srgbClr val="DDECF6">
                <a:alpha val="0"/>
              </a:srgbClr>
            </a:solidFill>
            <a:prstDash val="solid"/>
          </a:ln>
        </p:spPr>
      </p:sp>
      <p:sp>
        <p:nvSpPr>
          <p:cNvPr id="8" name="Shape 6"/>
          <p:cNvSpPr/>
          <p:nvPr/>
        </p:nvSpPr>
        <p:spPr>
          <a:xfrm>
            <a:off x="3474720" y="1874520"/>
            <a:ext cx="1051560" cy="1051560"/>
          </a:xfrm>
          <a:prstGeom prst="ellipse">
            <a:avLst/>
          </a:prstGeom>
          <a:solidFill>
            <a:srgbClr val="C7E0EE"/>
          </a:solidFill>
          <a:ln w="12700">
            <a:solidFill>
              <a:srgbClr val="C7E0EE">
                <a:alpha val="0"/>
              </a:srgbClr>
            </a:solidFill>
            <a:prstDash val="solid"/>
          </a:ln>
        </p:spPr>
      </p:sp>
      <p:sp>
        <p:nvSpPr>
          <p:cNvPr id="9" name="Shape 7"/>
          <p:cNvSpPr/>
          <p:nvPr/>
        </p:nvSpPr>
        <p:spPr>
          <a:xfrm>
            <a:off x="1986077" y="2194560"/>
            <a:ext cx="548640" cy="548640"/>
          </a:xfrm>
          <a:prstGeom prst="ellipse">
            <a:avLst/>
          </a:prstGeom>
          <a:solidFill>
            <a:srgbClr val="F0C9A8"/>
          </a:solidFill>
          <a:ln w="12700">
            <a:solidFill>
              <a:srgbClr val="F0C9A8">
                <a:alpha val="0"/>
              </a:srgbClr>
            </a:solidFill>
            <a:prstDash val="solid"/>
          </a:ln>
        </p:spPr>
      </p:sp>
      <p:sp>
        <p:nvSpPr>
          <p:cNvPr id="10" name="Shape 8"/>
          <p:cNvSpPr/>
          <p:nvPr/>
        </p:nvSpPr>
        <p:spPr>
          <a:xfrm>
            <a:off x="1843430" y="2776118"/>
            <a:ext cx="822960" cy="943661"/>
          </a:xfrm>
          <a:prstGeom prst="roundRect">
            <a:avLst>
              <a:gd name="adj" fmla="val 17778"/>
            </a:avLst>
          </a:prstGeom>
          <a:solidFill>
            <a:srgbClr val="FEA942"/>
          </a:solidFill>
          <a:ln w="12700">
            <a:solidFill>
              <a:srgbClr val="FEA942">
                <a:alpha val="0"/>
              </a:srgbClr>
            </a:solidFill>
            <a:prstDash val="solid"/>
          </a:ln>
        </p:spPr>
      </p:sp>
      <p:sp>
        <p:nvSpPr>
          <p:cNvPr id="11" name="Shape 9"/>
          <p:cNvSpPr/>
          <p:nvPr/>
        </p:nvSpPr>
        <p:spPr>
          <a:xfrm>
            <a:off x="1997050" y="3675888"/>
            <a:ext cx="-131674" cy="658368"/>
          </a:xfrm>
          <a:prstGeom prst="line">
            <a:avLst/>
          </a:prstGeom>
          <a:noFill/>
          <a:ln w="137160">
            <a:solidFill>
              <a:srgbClr val="182944"/>
            </a:solidFill>
            <a:prstDash val="solid"/>
            <a:headEnd type="none"/>
          </a:ln>
        </p:spPr>
      </p:sp>
      <p:sp>
        <p:nvSpPr>
          <p:cNvPr id="12" name="Shape 10"/>
          <p:cNvSpPr/>
          <p:nvPr/>
        </p:nvSpPr>
        <p:spPr>
          <a:xfrm>
            <a:off x="2512771" y="3675888"/>
            <a:ext cx="164592" cy="658368"/>
          </a:xfrm>
          <a:prstGeom prst="line">
            <a:avLst/>
          </a:prstGeom>
          <a:noFill/>
          <a:ln w="137160">
            <a:solidFill>
              <a:srgbClr val="182944"/>
            </a:solidFill>
            <a:prstDash val="solid"/>
            <a:headEnd type="none"/>
          </a:ln>
        </p:spPr>
      </p:sp>
      <p:sp>
        <p:nvSpPr>
          <p:cNvPr id="13" name="Shape 11"/>
          <p:cNvSpPr/>
          <p:nvPr/>
        </p:nvSpPr>
        <p:spPr>
          <a:xfrm>
            <a:off x="1865376" y="2940710"/>
            <a:ext cx="-416966" cy="460858"/>
          </a:xfrm>
          <a:prstGeom prst="line">
            <a:avLst/>
          </a:prstGeom>
          <a:noFill/>
          <a:ln w="121920">
            <a:solidFill>
              <a:srgbClr val="F0C9A8"/>
            </a:solidFill>
            <a:prstDash val="solid"/>
            <a:headEnd type="none"/>
          </a:ln>
        </p:spPr>
      </p:sp>
      <p:sp>
        <p:nvSpPr>
          <p:cNvPr id="14" name="Shape 12"/>
          <p:cNvSpPr/>
          <p:nvPr/>
        </p:nvSpPr>
        <p:spPr>
          <a:xfrm>
            <a:off x="2666390" y="2940710"/>
            <a:ext cx="318211" cy="-307238"/>
          </a:xfrm>
          <a:prstGeom prst="line">
            <a:avLst/>
          </a:prstGeom>
          <a:noFill/>
          <a:ln w="121920">
            <a:solidFill>
              <a:srgbClr val="F0C9A8"/>
            </a:solidFill>
            <a:prstDash val="solid"/>
            <a:headEnd type="none"/>
          </a:ln>
        </p:spPr>
      </p:sp>
      <p:sp>
        <p:nvSpPr>
          <p:cNvPr id="15" name="Shape 13"/>
          <p:cNvSpPr/>
          <p:nvPr/>
        </p:nvSpPr>
        <p:spPr>
          <a:xfrm>
            <a:off x="3749040" y="2926080"/>
            <a:ext cx="822960" cy="822960"/>
          </a:xfrm>
          <a:prstGeom prst="ellipse">
            <a:avLst/>
          </a:prstGeom>
          <a:solidFill>
            <a:srgbClr val="D8F2E7"/>
          </a:solidFill>
          <a:ln w="12700">
            <a:solidFill>
              <a:srgbClr val="D8F2E7">
                <a:alpha val="0"/>
              </a:srgbClr>
            </a:solidFill>
            <a:prstDash val="solid"/>
          </a:ln>
        </p:spPr>
      </p:sp>
      <p:sp>
        <p:nvSpPr>
          <p:cNvPr id="16" name="Text 14"/>
          <p:cNvSpPr/>
          <p:nvPr/>
        </p:nvSpPr>
        <p:spPr>
          <a:xfrm>
            <a:off x="3803904" y="2980944"/>
            <a:ext cx="594360" cy="457200"/>
          </a:xfrm>
          <a:prstGeom prst="rect">
            <a:avLst/>
          </a:prstGeom>
          <a:noFill/>
          <a:ln/>
        </p:spPr>
        <p:txBody>
          <a:bodyPr wrap="square" lIns="1143" tIns="1143" rIns="1143" bIns="1143" rtlCol="0" anchor="ctr">
            <a:normAutofit/>
          </a:bodyPr>
          <a:lstStyle/>
          <a:p>
            <a:pPr rtl="1" algn="ctr" indent="0" marL="0">
              <a:buNone/>
            </a:pPr>
            <a:r>
              <a:rPr lang="en-US" sz="2600" b="1" dirty="0">
                <a:solidFill>
                  <a:srgbClr val="187B61"/>
                </a:solidFill>
                <a:latin typeface="Arial" pitchFamily="34" charset="0"/>
                <a:ea typeface="Arial" pitchFamily="34" charset="-122"/>
                <a:cs typeface="Arial" pitchFamily="34" charset="-120"/>
              </a:rPr>
              <a:t>✓</a:t>
            </a:r>
            <a:endParaRPr lang="en-US" sz="2600" dirty="0"/>
          </a:p>
        </p:txBody>
      </p:sp>
      <p:sp>
        <p:nvSpPr>
          <p:cNvPr id="17" name="Text 15"/>
          <p:cNvSpPr/>
          <p:nvPr/>
        </p:nvSpPr>
        <p:spPr>
          <a:xfrm>
            <a:off x="5760720" y="1975104"/>
            <a:ext cx="5550408" cy="603504"/>
          </a:xfrm>
          <a:prstGeom prst="rect">
            <a:avLst/>
          </a:prstGeom>
          <a:noFill/>
          <a:ln/>
        </p:spPr>
        <p:txBody>
          <a:bodyPr wrap="square" lIns="1143" tIns="1143" rIns="1143" bIns="1143" rtlCol="0" anchor="ctr">
            <a:normAutofit/>
          </a:bodyPr>
          <a:lstStyle/>
          <a:p>
            <a:pPr rtl="1" algn="r" indent="0" marL="0">
              <a:buNone/>
            </a:pPr>
            <a:r>
              <a:rPr lang="en-US" sz="2500" b="1" dirty="0">
                <a:solidFill>
                  <a:srgbClr val="111D34"/>
                </a:solidFill>
                <a:latin typeface="Arial" pitchFamily="34" charset="0"/>
                <a:ea typeface="Arial" pitchFamily="34" charset="-122"/>
                <a:cs typeface="Arial" pitchFamily="34" charset="-120"/>
              </a:rPr>
              <a:t>اختار خطوة واحدة تقدر تعملها</a:t>
            </a:r>
            <a:endParaRPr lang="en-US" sz="2500" dirty="0"/>
          </a:p>
        </p:txBody>
      </p:sp>
      <p:sp>
        <p:nvSpPr>
          <p:cNvPr id="18" name="Shape 16"/>
          <p:cNvSpPr/>
          <p:nvPr/>
        </p:nvSpPr>
        <p:spPr>
          <a:xfrm>
            <a:off x="5925312" y="2761488"/>
            <a:ext cx="5358384" cy="612648"/>
          </a:xfrm>
          <a:prstGeom prst="roundRect">
            <a:avLst>
              <a:gd name="adj" fmla="val 23881"/>
            </a:avLst>
          </a:prstGeom>
          <a:solidFill>
            <a:srgbClr val="F5EBD9"/>
          </a:solidFill>
          <a:ln w="12700">
            <a:solidFill>
              <a:srgbClr val="F5EBD9">
                <a:alpha val="0"/>
              </a:srgbClr>
            </a:solidFill>
            <a:prstDash val="solid"/>
          </a:ln>
        </p:spPr>
      </p:sp>
      <p:sp>
        <p:nvSpPr>
          <p:cNvPr id="19" name="Text 17"/>
          <p:cNvSpPr/>
          <p:nvPr/>
        </p:nvSpPr>
        <p:spPr>
          <a:xfrm>
            <a:off x="6099048" y="2834640"/>
            <a:ext cx="4910328" cy="420624"/>
          </a:xfrm>
          <a:prstGeom prst="rect">
            <a:avLst/>
          </a:prstGeom>
          <a:noFill/>
          <a:ln/>
        </p:spPr>
        <p:txBody>
          <a:bodyPr wrap="square" lIns="1143" tIns="1143" rIns="1143" bIns="1143" rtlCol="0" anchor="ctr">
            <a:normAutofit/>
          </a:bodyPr>
          <a:lstStyle/>
          <a:p>
            <a:pPr rtl="1" algn="r" indent="0" marL="0">
              <a:buNone/>
            </a:pPr>
            <a:r>
              <a:rPr lang="en-US" sz="1900" b="1" dirty="0">
                <a:solidFill>
                  <a:srgbClr val="182944"/>
                </a:solidFill>
                <a:latin typeface="Arial" pitchFamily="34" charset="0"/>
                <a:ea typeface="Arial" pitchFamily="34" charset="-122"/>
                <a:cs typeface="Arial" pitchFamily="34" charset="-120"/>
              </a:rPr>
              <a:t>هشجع شخص محتاج دعم</a:t>
            </a:r>
            <a:endParaRPr lang="en-US" sz="1900" dirty="0"/>
          </a:p>
        </p:txBody>
      </p:sp>
      <p:sp>
        <p:nvSpPr>
          <p:cNvPr id="20" name="Shape 18"/>
          <p:cNvSpPr/>
          <p:nvPr/>
        </p:nvSpPr>
        <p:spPr>
          <a:xfrm>
            <a:off x="5925312" y="3511296"/>
            <a:ext cx="5358384" cy="612648"/>
          </a:xfrm>
          <a:prstGeom prst="roundRect">
            <a:avLst>
              <a:gd name="adj" fmla="val 23881"/>
            </a:avLst>
          </a:prstGeom>
          <a:solidFill>
            <a:srgbClr val="FFFFFF"/>
          </a:solidFill>
          <a:ln w="12700">
            <a:solidFill>
              <a:srgbClr val="FFFFFF">
                <a:alpha val="0"/>
              </a:srgbClr>
            </a:solidFill>
            <a:prstDash val="solid"/>
          </a:ln>
        </p:spPr>
      </p:sp>
      <p:sp>
        <p:nvSpPr>
          <p:cNvPr id="21" name="Text 19"/>
          <p:cNvSpPr/>
          <p:nvPr/>
        </p:nvSpPr>
        <p:spPr>
          <a:xfrm>
            <a:off x="6099048" y="3584448"/>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هساعد في البيت من غير طلب</a:t>
            </a:r>
            <a:endParaRPr lang="en-US" sz="1900" dirty="0"/>
          </a:p>
        </p:txBody>
      </p:sp>
      <p:sp>
        <p:nvSpPr>
          <p:cNvPr id="22" name="Shape 20"/>
          <p:cNvSpPr/>
          <p:nvPr/>
        </p:nvSpPr>
        <p:spPr>
          <a:xfrm>
            <a:off x="5925312" y="4261104"/>
            <a:ext cx="5358384" cy="612648"/>
          </a:xfrm>
          <a:prstGeom prst="roundRect">
            <a:avLst>
              <a:gd name="adj" fmla="val 23881"/>
            </a:avLst>
          </a:prstGeom>
          <a:solidFill>
            <a:srgbClr val="F5EBD9"/>
          </a:solidFill>
          <a:ln w="12700">
            <a:solidFill>
              <a:srgbClr val="F5EBD9">
                <a:alpha val="0"/>
              </a:srgbClr>
            </a:solidFill>
            <a:prstDash val="solid"/>
          </a:ln>
        </p:spPr>
      </p:sp>
      <p:sp>
        <p:nvSpPr>
          <p:cNvPr id="23" name="Text 21"/>
          <p:cNvSpPr/>
          <p:nvPr/>
        </p:nvSpPr>
        <p:spPr>
          <a:xfrm>
            <a:off x="6099048" y="4334256"/>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هرحّب بحد جديد</a:t>
            </a:r>
            <a:endParaRPr lang="en-US" sz="1900" dirty="0"/>
          </a:p>
        </p:txBody>
      </p:sp>
      <p:sp>
        <p:nvSpPr>
          <p:cNvPr id="24" name="Shape 22"/>
          <p:cNvSpPr/>
          <p:nvPr/>
        </p:nvSpPr>
        <p:spPr>
          <a:xfrm>
            <a:off x="5925312" y="5010912"/>
            <a:ext cx="5358384" cy="612648"/>
          </a:xfrm>
          <a:prstGeom prst="roundRect">
            <a:avLst>
              <a:gd name="adj" fmla="val 23881"/>
            </a:avLst>
          </a:prstGeom>
          <a:solidFill>
            <a:srgbClr val="FFFFFF"/>
          </a:solidFill>
          <a:ln w="12700">
            <a:solidFill>
              <a:srgbClr val="FFFFFF">
                <a:alpha val="0"/>
              </a:srgbClr>
            </a:solidFill>
            <a:prstDash val="solid"/>
          </a:ln>
        </p:spPr>
      </p:sp>
      <p:sp>
        <p:nvSpPr>
          <p:cNvPr id="25" name="Text 23"/>
          <p:cNvSpPr/>
          <p:nvPr/>
        </p:nvSpPr>
        <p:spPr>
          <a:xfrm>
            <a:off x="6099048" y="5084064"/>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هبلغ شخصًا مسئولًا عن أذى محتاج تدخل</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8E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EA942"/>
          </a:solidFill>
          <a:ln w="12700">
            <a:solidFill>
              <a:srgbClr val="FEA942">
                <a:alpha val="0"/>
              </a:srgbClr>
            </a:solidFill>
            <a:prstDash val="solid"/>
          </a:ln>
        </p:spPr>
      </p:sp>
      <p:sp>
        <p:nvSpPr>
          <p:cNvPr id="3" name="Text 1"/>
          <p:cNvSpPr/>
          <p:nvPr/>
        </p:nvSpPr>
        <p:spPr>
          <a:xfrm>
            <a:off x="512064" y="256032"/>
            <a:ext cx="5669280" cy="310896"/>
          </a:xfrm>
          <a:prstGeom prst="rect">
            <a:avLst/>
          </a:prstGeom>
          <a:noFill/>
          <a:ln/>
        </p:spPr>
        <p:txBody>
          <a:bodyPr wrap="square" lIns="1143" tIns="1143" rIns="1143" bIns="1143" rtlCol="0" anchor="ctr">
            <a:normAutofit/>
          </a:bodyPr>
          <a:lstStyle/>
          <a:p>
            <a:pPr rtl="1" algn="l" indent="0" marL="0">
              <a:buNone/>
            </a:pPr>
            <a:r>
              <a:rPr lang="en-US" sz="1200" b="1" dirty="0">
                <a:solidFill>
                  <a:srgbClr val="66758C"/>
                </a:solidFill>
                <a:latin typeface="Arial" pitchFamily="34" charset="0"/>
                <a:ea typeface="Arial" pitchFamily="34" charset="-122"/>
                <a:cs typeface="Arial" pitchFamily="34" charset="-120"/>
              </a:rPr>
              <a:t>قوم وابنِ  |  الإيجابية المسيحية</a:t>
            </a:r>
            <a:endParaRPr lang="en-US" sz="1200" dirty="0"/>
          </a:p>
        </p:txBody>
      </p:sp>
      <p:sp>
        <p:nvSpPr>
          <p:cNvPr id="4" name="Shape 2"/>
          <p:cNvSpPr/>
          <p:nvPr/>
        </p:nvSpPr>
        <p:spPr>
          <a:xfrm>
            <a:off x="10607040" y="320040"/>
            <a:ext cx="1024128" cy="393192"/>
          </a:xfrm>
          <a:prstGeom prst="roundRect">
            <a:avLst>
              <a:gd name="adj" fmla="val 30233"/>
            </a:avLst>
          </a:prstGeom>
          <a:solidFill>
            <a:srgbClr val="111D34"/>
          </a:solidFill>
          <a:ln w="12700">
            <a:solidFill>
              <a:srgbClr val="111D34">
                <a:alpha val="0"/>
              </a:srgbClr>
            </a:solidFill>
            <a:prstDash val="solid"/>
          </a:ln>
        </p:spPr>
      </p:sp>
      <p:sp>
        <p:nvSpPr>
          <p:cNvPr id="5" name="Text 3"/>
          <p:cNvSpPr/>
          <p:nvPr/>
        </p:nvSpPr>
        <p:spPr>
          <a:xfrm>
            <a:off x="10835640" y="365760"/>
            <a:ext cx="594360" cy="265176"/>
          </a:xfrm>
          <a:prstGeom prst="rect">
            <a:avLst/>
          </a:prstGeom>
          <a:noFill/>
          <a:ln/>
        </p:spPr>
        <p:txBody>
          <a:bodyPr wrap="square" lIns="1143" tIns="1143" rIns="1143" bIns="1143" rtlCol="0" anchor="ctr">
            <a:normAutofit/>
          </a:bodyPr>
          <a:lstStyle/>
          <a:p>
            <a:pPr rtl="1" algn="ctr" indent="0" marL="0">
              <a:buNone/>
            </a:pPr>
            <a:r>
              <a:rPr lang="en-US" sz="1200" b="1" dirty="0">
                <a:solidFill>
                  <a:srgbClr val="FFFFFF"/>
                </a:solidFill>
                <a:latin typeface="Arial" pitchFamily="34" charset="0"/>
                <a:ea typeface="Arial" pitchFamily="34" charset="-122"/>
                <a:cs typeface="Arial" pitchFamily="34" charset="-120"/>
              </a:rPr>
              <a:t>14</a:t>
            </a:r>
            <a:endParaRPr lang="en-US" sz="1200" dirty="0"/>
          </a:p>
        </p:txBody>
      </p:sp>
      <p:sp>
        <p:nvSpPr>
          <p:cNvPr id="6" name="Text 4"/>
          <p:cNvSpPr/>
          <p:nvPr/>
        </p:nvSpPr>
        <p:spPr>
          <a:xfrm>
            <a:off x="5623560" y="1078992"/>
            <a:ext cx="5888736" cy="731520"/>
          </a:xfrm>
          <a:prstGeom prst="rect">
            <a:avLst/>
          </a:prstGeom>
          <a:noFill/>
          <a:ln/>
        </p:spPr>
        <p:txBody>
          <a:bodyPr wrap="square" lIns="1143" tIns="1143" rIns="1143" bIns="1143" rtlCol="0" anchor="ctr">
            <a:normAutofit/>
          </a:bodyPr>
          <a:lstStyle/>
          <a:p>
            <a:pPr rtl="1" algn="r" indent="0" marL="0">
              <a:buNone/>
            </a:pPr>
            <a:r>
              <a:rPr lang="en-US" sz="3400" b="1" dirty="0">
                <a:solidFill>
                  <a:srgbClr val="182944"/>
                </a:solidFill>
                <a:latin typeface="Arial" pitchFamily="34" charset="0"/>
                <a:ea typeface="Arial" pitchFamily="34" charset="-122"/>
                <a:cs typeface="Arial" pitchFamily="34" charset="-120"/>
              </a:rPr>
              <a:t>الخلاصة والصلاة</a:t>
            </a:r>
            <a:endParaRPr lang="en-US" sz="3400" dirty="0"/>
          </a:p>
        </p:txBody>
      </p:sp>
      <p:sp>
        <p:nvSpPr>
          <p:cNvPr id="7" name="Shape 5"/>
          <p:cNvSpPr/>
          <p:nvPr/>
        </p:nvSpPr>
        <p:spPr>
          <a:xfrm>
            <a:off x="502920" y="1371600"/>
            <a:ext cx="4846320" cy="4526280"/>
          </a:xfrm>
          <a:prstGeom prst="roundRect">
            <a:avLst>
              <a:gd name="adj" fmla="val 7071"/>
            </a:avLst>
          </a:prstGeom>
          <a:solidFill>
            <a:srgbClr val="DDECF6"/>
          </a:solidFill>
          <a:ln w="12700">
            <a:solidFill>
              <a:srgbClr val="DDECF6">
                <a:alpha val="0"/>
              </a:srgbClr>
            </a:solidFill>
            <a:prstDash val="solid"/>
          </a:ln>
        </p:spPr>
      </p:sp>
      <p:sp>
        <p:nvSpPr>
          <p:cNvPr id="8" name="Shape 6"/>
          <p:cNvSpPr/>
          <p:nvPr/>
        </p:nvSpPr>
        <p:spPr>
          <a:xfrm>
            <a:off x="3474720" y="1874520"/>
            <a:ext cx="1051560" cy="1051560"/>
          </a:xfrm>
          <a:prstGeom prst="ellipse">
            <a:avLst/>
          </a:prstGeom>
          <a:solidFill>
            <a:srgbClr val="C7E0EE"/>
          </a:solidFill>
          <a:ln w="12700">
            <a:solidFill>
              <a:srgbClr val="C7E0EE">
                <a:alpha val="0"/>
              </a:srgbClr>
            </a:solidFill>
            <a:prstDash val="solid"/>
          </a:ln>
        </p:spPr>
      </p:sp>
      <p:sp>
        <p:nvSpPr>
          <p:cNvPr id="9" name="Shape 7"/>
          <p:cNvSpPr/>
          <p:nvPr/>
        </p:nvSpPr>
        <p:spPr>
          <a:xfrm>
            <a:off x="1051560" y="4892040"/>
            <a:ext cx="713232" cy="438912"/>
          </a:xfrm>
          <a:prstGeom prst="roundRect">
            <a:avLst>
              <a:gd name="adj" fmla="val 10417"/>
            </a:avLst>
          </a:prstGeom>
          <a:solidFill>
            <a:srgbClr val="8BA8B7"/>
          </a:solidFill>
          <a:ln w="12700">
            <a:solidFill>
              <a:srgbClr val="8BA8B7">
                <a:alpha val="0"/>
              </a:srgbClr>
            </a:solidFill>
            <a:prstDash val="solid"/>
          </a:ln>
        </p:spPr>
      </p:sp>
      <p:sp>
        <p:nvSpPr>
          <p:cNvPr id="10" name="Shape 8"/>
          <p:cNvSpPr/>
          <p:nvPr/>
        </p:nvSpPr>
        <p:spPr>
          <a:xfrm>
            <a:off x="1828800" y="4892040"/>
            <a:ext cx="713232" cy="438912"/>
          </a:xfrm>
          <a:prstGeom prst="roundRect">
            <a:avLst>
              <a:gd name="adj" fmla="val 10417"/>
            </a:avLst>
          </a:prstGeom>
          <a:solidFill>
            <a:srgbClr val="8BA8B7"/>
          </a:solidFill>
          <a:ln w="12700">
            <a:solidFill>
              <a:srgbClr val="8BA8B7">
                <a:alpha val="0"/>
              </a:srgbClr>
            </a:solidFill>
            <a:prstDash val="solid"/>
          </a:ln>
        </p:spPr>
      </p:sp>
      <p:sp>
        <p:nvSpPr>
          <p:cNvPr id="11" name="Shape 9"/>
          <p:cNvSpPr/>
          <p:nvPr/>
        </p:nvSpPr>
        <p:spPr>
          <a:xfrm>
            <a:off x="2606040" y="4892040"/>
            <a:ext cx="713232" cy="438912"/>
          </a:xfrm>
          <a:prstGeom prst="roundRect">
            <a:avLst>
              <a:gd name="adj" fmla="val 10417"/>
            </a:avLst>
          </a:prstGeom>
          <a:solidFill>
            <a:srgbClr val="8BA8B7"/>
          </a:solidFill>
          <a:ln w="12700">
            <a:solidFill>
              <a:srgbClr val="8BA8B7">
                <a:alpha val="0"/>
              </a:srgbClr>
            </a:solidFill>
            <a:prstDash val="solid"/>
          </a:ln>
        </p:spPr>
      </p:sp>
      <p:sp>
        <p:nvSpPr>
          <p:cNvPr id="12" name="Shape 10"/>
          <p:cNvSpPr/>
          <p:nvPr/>
        </p:nvSpPr>
        <p:spPr>
          <a:xfrm>
            <a:off x="3383280" y="4892040"/>
            <a:ext cx="713232" cy="438912"/>
          </a:xfrm>
          <a:prstGeom prst="roundRect">
            <a:avLst>
              <a:gd name="adj" fmla="val 10417"/>
            </a:avLst>
          </a:prstGeom>
          <a:solidFill>
            <a:srgbClr val="8BA8B7"/>
          </a:solidFill>
          <a:ln w="12700">
            <a:solidFill>
              <a:srgbClr val="8BA8B7">
                <a:alpha val="0"/>
              </a:srgbClr>
            </a:solidFill>
            <a:prstDash val="solid"/>
          </a:ln>
        </p:spPr>
      </p:sp>
      <p:sp>
        <p:nvSpPr>
          <p:cNvPr id="13" name="Shape 11"/>
          <p:cNvSpPr/>
          <p:nvPr/>
        </p:nvSpPr>
        <p:spPr>
          <a:xfrm>
            <a:off x="4160520" y="4892040"/>
            <a:ext cx="713232" cy="438912"/>
          </a:xfrm>
          <a:prstGeom prst="roundRect">
            <a:avLst>
              <a:gd name="adj" fmla="val 10417"/>
            </a:avLst>
          </a:prstGeom>
          <a:solidFill>
            <a:srgbClr val="8BA8B7"/>
          </a:solidFill>
          <a:ln w="12700">
            <a:solidFill>
              <a:srgbClr val="8BA8B7">
                <a:alpha val="0"/>
              </a:srgbClr>
            </a:solidFill>
            <a:prstDash val="solid"/>
          </a:ln>
        </p:spPr>
      </p:sp>
      <p:sp>
        <p:nvSpPr>
          <p:cNvPr id="14" name="Shape 12"/>
          <p:cNvSpPr/>
          <p:nvPr/>
        </p:nvSpPr>
        <p:spPr>
          <a:xfrm>
            <a:off x="1280160" y="4325112"/>
            <a:ext cx="713232" cy="438912"/>
          </a:xfrm>
          <a:prstGeom prst="roundRect">
            <a:avLst>
              <a:gd name="adj" fmla="val 10417"/>
            </a:avLst>
          </a:prstGeom>
          <a:solidFill>
            <a:srgbClr val="A3BBC6"/>
          </a:solidFill>
          <a:ln w="12700">
            <a:solidFill>
              <a:srgbClr val="A3BBC6">
                <a:alpha val="0"/>
              </a:srgbClr>
            </a:solidFill>
            <a:prstDash val="solid"/>
          </a:ln>
        </p:spPr>
      </p:sp>
      <p:sp>
        <p:nvSpPr>
          <p:cNvPr id="15" name="Shape 13"/>
          <p:cNvSpPr/>
          <p:nvPr/>
        </p:nvSpPr>
        <p:spPr>
          <a:xfrm>
            <a:off x="2057400" y="4325112"/>
            <a:ext cx="713232" cy="438912"/>
          </a:xfrm>
          <a:prstGeom prst="roundRect">
            <a:avLst>
              <a:gd name="adj" fmla="val 10417"/>
            </a:avLst>
          </a:prstGeom>
          <a:solidFill>
            <a:srgbClr val="A3BBC6"/>
          </a:solidFill>
          <a:ln w="12700">
            <a:solidFill>
              <a:srgbClr val="A3BBC6">
                <a:alpha val="0"/>
              </a:srgbClr>
            </a:solidFill>
            <a:prstDash val="solid"/>
          </a:ln>
        </p:spPr>
      </p:sp>
      <p:sp>
        <p:nvSpPr>
          <p:cNvPr id="16" name="Shape 14"/>
          <p:cNvSpPr/>
          <p:nvPr/>
        </p:nvSpPr>
        <p:spPr>
          <a:xfrm>
            <a:off x="2834640" y="4325112"/>
            <a:ext cx="713232" cy="438912"/>
          </a:xfrm>
          <a:prstGeom prst="roundRect">
            <a:avLst>
              <a:gd name="adj" fmla="val 10417"/>
            </a:avLst>
          </a:prstGeom>
          <a:solidFill>
            <a:srgbClr val="A3BBC6"/>
          </a:solidFill>
          <a:ln w="12700">
            <a:solidFill>
              <a:srgbClr val="A3BBC6">
                <a:alpha val="0"/>
              </a:srgbClr>
            </a:solidFill>
            <a:prstDash val="solid"/>
          </a:ln>
        </p:spPr>
      </p:sp>
      <p:sp>
        <p:nvSpPr>
          <p:cNvPr id="17" name="Shape 15"/>
          <p:cNvSpPr/>
          <p:nvPr/>
        </p:nvSpPr>
        <p:spPr>
          <a:xfrm>
            <a:off x="3611880" y="4325112"/>
            <a:ext cx="713232" cy="438912"/>
          </a:xfrm>
          <a:prstGeom prst="roundRect">
            <a:avLst>
              <a:gd name="adj" fmla="val 10417"/>
            </a:avLst>
          </a:prstGeom>
          <a:solidFill>
            <a:srgbClr val="A3BBC6"/>
          </a:solidFill>
          <a:ln w="12700">
            <a:solidFill>
              <a:srgbClr val="A3BBC6">
                <a:alpha val="0"/>
              </a:srgbClr>
            </a:solidFill>
            <a:prstDash val="solid"/>
          </a:ln>
        </p:spPr>
      </p:sp>
      <p:sp>
        <p:nvSpPr>
          <p:cNvPr id="18" name="Shape 16"/>
          <p:cNvSpPr/>
          <p:nvPr/>
        </p:nvSpPr>
        <p:spPr>
          <a:xfrm>
            <a:off x="4389120" y="4325112"/>
            <a:ext cx="713232" cy="438912"/>
          </a:xfrm>
          <a:prstGeom prst="roundRect">
            <a:avLst>
              <a:gd name="adj" fmla="val 10417"/>
            </a:avLst>
          </a:prstGeom>
          <a:solidFill>
            <a:srgbClr val="A3BBC6"/>
          </a:solidFill>
          <a:ln w="12700">
            <a:solidFill>
              <a:srgbClr val="A3BBC6">
                <a:alpha val="0"/>
              </a:srgbClr>
            </a:solidFill>
            <a:prstDash val="solid"/>
          </a:ln>
        </p:spPr>
      </p:sp>
      <p:sp>
        <p:nvSpPr>
          <p:cNvPr id="19" name="Shape 17"/>
          <p:cNvSpPr/>
          <p:nvPr/>
        </p:nvSpPr>
        <p:spPr>
          <a:xfrm>
            <a:off x="1051560" y="3758184"/>
            <a:ext cx="713232" cy="438912"/>
          </a:xfrm>
          <a:prstGeom prst="roundRect">
            <a:avLst>
              <a:gd name="adj" fmla="val 10417"/>
            </a:avLst>
          </a:prstGeom>
          <a:solidFill>
            <a:srgbClr val="8BA8B7"/>
          </a:solidFill>
          <a:ln w="12700">
            <a:solidFill>
              <a:srgbClr val="8BA8B7">
                <a:alpha val="0"/>
              </a:srgbClr>
            </a:solidFill>
            <a:prstDash val="solid"/>
          </a:ln>
        </p:spPr>
      </p:sp>
      <p:sp>
        <p:nvSpPr>
          <p:cNvPr id="20" name="Shape 18"/>
          <p:cNvSpPr/>
          <p:nvPr/>
        </p:nvSpPr>
        <p:spPr>
          <a:xfrm>
            <a:off x="1828800" y="3758184"/>
            <a:ext cx="713232" cy="438912"/>
          </a:xfrm>
          <a:prstGeom prst="roundRect">
            <a:avLst>
              <a:gd name="adj" fmla="val 10417"/>
            </a:avLst>
          </a:prstGeom>
          <a:solidFill>
            <a:srgbClr val="8BA8B7"/>
          </a:solidFill>
          <a:ln w="12700">
            <a:solidFill>
              <a:srgbClr val="8BA8B7">
                <a:alpha val="0"/>
              </a:srgbClr>
            </a:solidFill>
            <a:prstDash val="solid"/>
          </a:ln>
        </p:spPr>
      </p:sp>
      <p:sp>
        <p:nvSpPr>
          <p:cNvPr id="21" name="Shape 19"/>
          <p:cNvSpPr/>
          <p:nvPr/>
        </p:nvSpPr>
        <p:spPr>
          <a:xfrm>
            <a:off x="2606040" y="3758184"/>
            <a:ext cx="713232" cy="438912"/>
          </a:xfrm>
          <a:prstGeom prst="roundRect">
            <a:avLst>
              <a:gd name="adj" fmla="val 10417"/>
            </a:avLst>
          </a:prstGeom>
          <a:solidFill>
            <a:srgbClr val="8BA8B7"/>
          </a:solidFill>
          <a:ln w="12700">
            <a:solidFill>
              <a:srgbClr val="8BA8B7">
                <a:alpha val="0"/>
              </a:srgbClr>
            </a:solidFill>
            <a:prstDash val="solid"/>
          </a:ln>
        </p:spPr>
      </p:sp>
      <p:sp>
        <p:nvSpPr>
          <p:cNvPr id="22" name="Shape 20"/>
          <p:cNvSpPr/>
          <p:nvPr/>
        </p:nvSpPr>
        <p:spPr>
          <a:xfrm>
            <a:off x="3383280" y="3758184"/>
            <a:ext cx="713232" cy="438912"/>
          </a:xfrm>
          <a:prstGeom prst="roundRect">
            <a:avLst>
              <a:gd name="adj" fmla="val 10417"/>
            </a:avLst>
          </a:prstGeom>
          <a:solidFill>
            <a:srgbClr val="8BA8B7"/>
          </a:solidFill>
          <a:ln w="12700">
            <a:solidFill>
              <a:srgbClr val="8BA8B7">
                <a:alpha val="0"/>
              </a:srgbClr>
            </a:solidFill>
            <a:prstDash val="solid"/>
          </a:ln>
        </p:spPr>
      </p:sp>
      <p:sp>
        <p:nvSpPr>
          <p:cNvPr id="23" name="Shape 21"/>
          <p:cNvSpPr/>
          <p:nvPr/>
        </p:nvSpPr>
        <p:spPr>
          <a:xfrm>
            <a:off x="4160520" y="3758184"/>
            <a:ext cx="713232" cy="438912"/>
          </a:xfrm>
          <a:prstGeom prst="roundRect">
            <a:avLst>
              <a:gd name="adj" fmla="val 10417"/>
            </a:avLst>
          </a:prstGeom>
          <a:solidFill>
            <a:srgbClr val="8BA8B7"/>
          </a:solidFill>
          <a:ln w="12700">
            <a:solidFill>
              <a:srgbClr val="8BA8B7">
                <a:alpha val="0"/>
              </a:srgbClr>
            </a:solidFill>
            <a:prstDash val="solid"/>
          </a:ln>
        </p:spPr>
      </p:sp>
      <p:sp>
        <p:nvSpPr>
          <p:cNvPr id="24" name="Shape 22"/>
          <p:cNvSpPr/>
          <p:nvPr/>
        </p:nvSpPr>
        <p:spPr>
          <a:xfrm>
            <a:off x="1280160" y="3191256"/>
            <a:ext cx="713232" cy="438912"/>
          </a:xfrm>
          <a:prstGeom prst="roundRect">
            <a:avLst>
              <a:gd name="adj" fmla="val 10417"/>
            </a:avLst>
          </a:prstGeom>
          <a:solidFill>
            <a:srgbClr val="A3BBC6"/>
          </a:solidFill>
          <a:ln w="12700">
            <a:solidFill>
              <a:srgbClr val="A3BBC6">
                <a:alpha val="0"/>
              </a:srgbClr>
            </a:solidFill>
            <a:prstDash val="solid"/>
          </a:ln>
        </p:spPr>
      </p:sp>
      <p:sp>
        <p:nvSpPr>
          <p:cNvPr id="25" name="Shape 23"/>
          <p:cNvSpPr/>
          <p:nvPr/>
        </p:nvSpPr>
        <p:spPr>
          <a:xfrm>
            <a:off x="2057400" y="3191256"/>
            <a:ext cx="713232" cy="438912"/>
          </a:xfrm>
          <a:prstGeom prst="roundRect">
            <a:avLst>
              <a:gd name="adj" fmla="val 10417"/>
            </a:avLst>
          </a:prstGeom>
          <a:solidFill>
            <a:srgbClr val="A3BBC6"/>
          </a:solidFill>
          <a:ln w="12700">
            <a:solidFill>
              <a:srgbClr val="A3BBC6">
                <a:alpha val="0"/>
              </a:srgbClr>
            </a:solidFill>
            <a:prstDash val="solid"/>
          </a:ln>
        </p:spPr>
      </p:sp>
      <p:sp>
        <p:nvSpPr>
          <p:cNvPr id="26" name="Shape 24"/>
          <p:cNvSpPr/>
          <p:nvPr/>
        </p:nvSpPr>
        <p:spPr>
          <a:xfrm>
            <a:off x="2834640" y="3191256"/>
            <a:ext cx="713232" cy="438912"/>
          </a:xfrm>
          <a:prstGeom prst="roundRect">
            <a:avLst>
              <a:gd name="adj" fmla="val 10417"/>
            </a:avLst>
          </a:prstGeom>
          <a:solidFill>
            <a:srgbClr val="A3BBC6"/>
          </a:solidFill>
          <a:ln w="12700">
            <a:solidFill>
              <a:srgbClr val="A3BBC6">
                <a:alpha val="0"/>
              </a:srgbClr>
            </a:solidFill>
            <a:prstDash val="solid"/>
          </a:ln>
        </p:spPr>
      </p:sp>
      <p:sp>
        <p:nvSpPr>
          <p:cNvPr id="27" name="Shape 25"/>
          <p:cNvSpPr/>
          <p:nvPr/>
        </p:nvSpPr>
        <p:spPr>
          <a:xfrm>
            <a:off x="3611880" y="3191256"/>
            <a:ext cx="713232" cy="438912"/>
          </a:xfrm>
          <a:prstGeom prst="roundRect">
            <a:avLst>
              <a:gd name="adj" fmla="val 10417"/>
            </a:avLst>
          </a:prstGeom>
          <a:solidFill>
            <a:srgbClr val="A3BBC6"/>
          </a:solidFill>
          <a:ln w="12700">
            <a:solidFill>
              <a:srgbClr val="A3BBC6">
                <a:alpha val="0"/>
              </a:srgbClr>
            </a:solidFill>
            <a:prstDash val="solid"/>
          </a:ln>
        </p:spPr>
      </p:sp>
      <p:sp>
        <p:nvSpPr>
          <p:cNvPr id="28" name="Shape 26"/>
          <p:cNvSpPr/>
          <p:nvPr/>
        </p:nvSpPr>
        <p:spPr>
          <a:xfrm>
            <a:off x="4389120" y="3191256"/>
            <a:ext cx="713232" cy="438912"/>
          </a:xfrm>
          <a:prstGeom prst="roundRect">
            <a:avLst>
              <a:gd name="adj" fmla="val 10417"/>
            </a:avLst>
          </a:prstGeom>
          <a:solidFill>
            <a:srgbClr val="A3BBC6"/>
          </a:solidFill>
          <a:ln w="12700">
            <a:solidFill>
              <a:srgbClr val="A3BBC6">
                <a:alpha val="0"/>
              </a:srgbClr>
            </a:solidFill>
            <a:prstDash val="solid"/>
          </a:ln>
        </p:spPr>
      </p:sp>
      <p:sp>
        <p:nvSpPr>
          <p:cNvPr id="29" name="Shape 27"/>
          <p:cNvSpPr/>
          <p:nvPr/>
        </p:nvSpPr>
        <p:spPr>
          <a:xfrm>
            <a:off x="2803368" y="1874520"/>
            <a:ext cx="539496" cy="539496"/>
          </a:xfrm>
          <a:prstGeom prst="ellipse">
            <a:avLst/>
          </a:prstGeom>
          <a:solidFill>
            <a:srgbClr val="F0C9A8"/>
          </a:solidFill>
          <a:ln w="12700">
            <a:solidFill>
              <a:srgbClr val="F0C9A8">
                <a:alpha val="0"/>
              </a:srgbClr>
            </a:solidFill>
            <a:prstDash val="solid"/>
          </a:ln>
        </p:spPr>
      </p:sp>
      <p:sp>
        <p:nvSpPr>
          <p:cNvPr id="30" name="Shape 28"/>
          <p:cNvSpPr/>
          <p:nvPr/>
        </p:nvSpPr>
        <p:spPr>
          <a:xfrm>
            <a:off x="2663099" y="2446386"/>
            <a:ext cx="809244" cy="927933"/>
          </a:xfrm>
          <a:prstGeom prst="roundRect">
            <a:avLst>
              <a:gd name="adj" fmla="val 18079"/>
            </a:avLst>
          </a:prstGeom>
          <a:solidFill>
            <a:srgbClr val="FEA942"/>
          </a:solidFill>
          <a:ln w="12700">
            <a:solidFill>
              <a:srgbClr val="FEA942">
                <a:alpha val="0"/>
              </a:srgbClr>
            </a:solidFill>
            <a:prstDash val="solid"/>
          </a:ln>
        </p:spPr>
      </p:sp>
      <p:sp>
        <p:nvSpPr>
          <p:cNvPr id="31" name="Shape 29"/>
          <p:cNvSpPr/>
          <p:nvPr/>
        </p:nvSpPr>
        <p:spPr>
          <a:xfrm>
            <a:off x="2814157" y="3331159"/>
            <a:ext cx="-129479" cy="647395"/>
          </a:xfrm>
          <a:prstGeom prst="line">
            <a:avLst/>
          </a:prstGeom>
          <a:noFill/>
          <a:ln w="134874">
            <a:solidFill>
              <a:srgbClr val="182944"/>
            </a:solidFill>
            <a:prstDash val="solid"/>
            <a:headEnd type="none"/>
          </a:ln>
        </p:spPr>
      </p:sp>
      <p:sp>
        <p:nvSpPr>
          <p:cNvPr id="32" name="Shape 30"/>
          <p:cNvSpPr/>
          <p:nvPr/>
        </p:nvSpPr>
        <p:spPr>
          <a:xfrm>
            <a:off x="3321284" y="3331159"/>
            <a:ext cx="161849" cy="647395"/>
          </a:xfrm>
          <a:prstGeom prst="line">
            <a:avLst/>
          </a:prstGeom>
          <a:noFill/>
          <a:ln w="134874">
            <a:solidFill>
              <a:srgbClr val="182944"/>
            </a:solidFill>
            <a:prstDash val="solid"/>
            <a:headEnd type="none"/>
          </a:ln>
        </p:spPr>
      </p:sp>
      <p:sp>
        <p:nvSpPr>
          <p:cNvPr id="33" name="Shape 31"/>
          <p:cNvSpPr/>
          <p:nvPr/>
        </p:nvSpPr>
        <p:spPr>
          <a:xfrm>
            <a:off x="2684678" y="2608235"/>
            <a:ext cx="-410017" cy="453177"/>
          </a:xfrm>
          <a:prstGeom prst="line">
            <a:avLst/>
          </a:prstGeom>
          <a:noFill/>
          <a:ln w="119888">
            <a:solidFill>
              <a:srgbClr val="F0C9A8"/>
            </a:solidFill>
            <a:prstDash val="solid"/>
            <a:headEnd type="none"/>
          </a:ln>
        </p:spPr>
      </p:sp>
      <p:sp>
        <p:nvSpPr>
          <p:cNvPr id="34" name="Shape 32"/>
          <p:cNvSpPr/>
          <p:nvPr/>
        </p:nvSpPr>
        <p:spPr>
          <a:xfrm>
            <a:off x="3472343" y="2608235"/>
            <a:ext cx="312908" cy="-302118"/>
          </a:xfrm>
          <a:prstGeom prst="line">
            <a:avLst/>
          </a:prstGeom>
          <a:noFill/>
          <a:ln w="119888">
            <a:solidFill>
              <a:srgbClr val="F0C9A8"/>
            </a:solidFill>
            <a:prstDash val="solid"/>
            <a:headEnd type="none"/>
          </a:ln>
        </p:spPr>
      </p:sp>
      <p:sp>
        <p:nvSpPr>
          <p:cNvPr id="35" name="Shape 33"/>
          <p:cNvSpPr/>
          <p:nvPr/>
        </p:nvSpPr>
        <p:spPr>
          <a:xfrm>
            <a:off x="3429000" y="3108960"/>
            <a:ext cx="822960" cy="1005840"/>
          </a:xfrm>
          <a:prstGeom prst="line">
            <a:avLst/>
          </a:prstGeom>
          <a:noFill/>
          <a:ln w="88900">
            <a:solidFill>
              <a:srgbClr val="FEA942"/>
            </a:solidFill>
            <a:prstDash val="solid"/>
            <a:headEnd type="none"/>
          </a:ln>
        </p:spPr>
      </p:sp>
      <p:sp>
        <p:nvSpPr>
          <p:cNvPr id="36" name="Text 34"/>
          <p:cNvSpPr/>
          <p:nvPr/>
        </p:nvSpPr>
        <p:spPr>
          <a:xfrm>
            <a:off x="5760720" y="1975104"/>
            <a:ext cx="5550408" cy="603504"/>
          </a:xfrm>
          <a:prstGeom prst="rect">
            <a:avLst/>
          </a:prstGeom>
          <a:noFill/>
          <a:ln/>
        </p:spPr>
        <p:txBody>
          <a:bodyPr wrap="square" lIns="1143" tIns="1143" rIns="1143" bIns="1143" rtlCol="0" anchor="ctr">
            <a:normAutofit/>
          </a:bodyPr>
          <a:lstStyle/>
          <a:p>
            <a:pPr rtl="1" algn="r" indent="0" marL="0">
              <a:buNone/>
            </a:pPr>
            <a:r>
              <a:rPr lang="en-US" sz="2500" b="1" dirty="0">
                <a:solidFill>
                  <a:srgbClr val="111D34"/>
                </a:solidFill>
                <a:latin typeface="Arial" pitchFamily="34" charset="0"/>
                <a:ea typeface="Arial" pitchFamily="34" charset="-122"/>
                <a:cs typeface="Arial" pitchFamily="34" charset="-120"/>
              </a:rPr>
              <a:t>مش لازم أصلّح العالم… لكن أقدر أبدأ</a:t>
            </a:r>
            <a:endParaRPr lang="en-US" sz="2500" dirty="0"/>
          </a:p>
        </p:txBody>
      </p:sp>
      <p:sp>
        <p:nvSpPr>
          <p:cNvPr id="37" name="Shape 35"/>
          <p:cNvSpPr/>
          <p:nvPr/>
        </p:nvSpPr>
        <p:spPr>
          <a:xfrm>
            <a:off x="5925312" y="2761488"/>
            <a:ext cx="5358384" cy="612648"/>
          </a:xfrm>
          <a:prstGeom prst="roundRect">
            <a:avLst>
              <a:gd name="adj" fmla="val 23881"/>
            </a:avLst>
          </a:prstGeom>
          <a:solidFill>
            <a:srgbClr val="F5EBD9"/>
          </a:solidFill>
          <a:ln w="12700">
            <a:solidFill>
              <a:srgbClr val="F5EBD9">
                <a:alpha val="0"/>
              </a:srgbClr>
            </a:solidFill>
            <a:prstDash val="solid"/>
          </a:ln>
        </p:spPr>
      </p:sp>
      <p:sp>
        <p:nvSpPr>
          <p:cNvPr id="38" name="Text 36"/>
          <p:cNvSpPr/>
          <p:nvPr/>
        </p:nvSpPr>
        <p:spPr>
          <a:xfrm>
            <a:off x="6099048" y="2834640"/>
            <a:ext cx="4910328" cy="420624"/>
          </a:xfrm>
          <a:prstGeom prst="rect">
            <a:avLst/>
          </a:prstGeom>
          <a:noFill/>
          <a:ln/>
        </p:spPr>
        <p:txBody>
          <a:bodyPr wrap="square" lIns="1143" tIns="1143" rIns="1143" bIns="1143" rtlCol="0" anchor="ctr">
            <a:normAutofit/>
          </a:bodyPr>
          <a:lstStyle/>
          <a:p>
            <a:pPr rtl="1" algn="r" indent="0" marL="0">
              <a:buNone/>
            </a:pPr>
            <a:r>
              <a:rPr lang="en-US" sz="1900" b="1" dirty="0">
                <a:solidFill>
                  <a:srgbClr val="182944"/>
                </a:solidFill>
                <a:latin typeface="Arial" pitchFamily="34" charset="0"/>
                <a:ea typeface="Arial" pitchFamily="34" charset="-122"/>
                <a:cs typeface="Arial" pitchFamily="34" charset="-120"/>
              </a:rPr>
              <a:t>أشوف الاحتياج</a:t>
            </a:r>
            <a:endParaRPr lang="en-US" sz="1900" dirty="0"/>
          </a:p>
        </p:txBody>
      </p:sp>
      <p:sp>
        <p:nvSpPr>
          <p:cNvPr id="39" name="Shape 37"/>
          <p:cNvSpPr/>
          <p:nvPr/>
        </p:nvSpPr>
        <p:spPr>
          <a:xfrm>
            <a:off x="5925312" y="3511296"/>
            <a:ext cx="5358384" cy="612648"/>
          </a:xfrm>
          <a:prstGeom prst="roundRect">
            <a:avLst>
              <a:gd name="adj" fmla="val 23881"/>
            </a:avLst>
          </a:prstGeom>
          <a:solidFill>
            <a:srgbClr val="FFFFFF"/>
          </a:solidFill>
          <a:ln w="12700">
            <a:solidFill>
              <a:srgbClr val="FFFFFF">
                <a:alpha val="0"/>
              </a:srgbClr>
            </a:solidFill>
            <a:prstDash val="solid"/>
          </a:ln>
        </p:spPr>
      </p:sp>
      <p:sp>
        <p:nvSpPr>
          <p:cNvPr id="40" name="Text 38"/>
          <p:cNvSpPr/>
          <p:nvPr/>
        </p:nvSpPr>
        <p:spPr>
          <a:xfrm>
            <a:off x="6099048" y="3584448"/>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أصلّي وأفكّر</a:t>
            </a:r>
            <a:endParaRPr lang="en-US" sz="1900" dirty="0"/>
          </a:p>
        </p:txBody>
      </p:sp>
      <p:sp>
        <p:nvSpPr>
          <p:cNvPr id="41" name="Shape 39"/>
          <p:cNvSpPr/>
          <p:nvPr/>
        </p:nvSpPr>
        <p:spPr>
          <a:xfrm>
            <a:off x="5925312" y="4261104"/>
            <a:ext cx="5358384" cy="612648"/>
          </a:xfrm>
          <a:prstGeom prst="roundRect">
            <a:avLst>
              <a:gd name="adj" fmla="val 23881"/>
            </a:avLst>
          </a:prstGeom>
          <a:solidFill>
            <a:srgbClr val="F5EBD9"/>
          </a:solidFill>
          <a:ln w="12700">
            <a:solidFill>
              <a:srgbClr val="F5EBD9">
                <a:alpha val="0"/>
              </a:srgbClr>
            </a:solidFill>
            <a:prstDash val="solid"/>
          </a:ln>
        </p:spPr>
      </p:sp>
      <p:sp>
        <p:nvSpPr>
          <p:cNvPr id="42" name="Text 40"/>
          <p:cNvSpPr/>
          <p:nvPr/>
        </p:nvSpPr>
        <p:spPr>
          <a:xfrm>
            <a:off x="6099048" y="4334256"/>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أتحرك بمحبة وحكمة</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8E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EA942"/>
          </a:solidFill>
          <a:ln w="12700">
            <a:solidFill>
              <a:srgbClr val="FEA942">
                <a:alpha val="0"/>
              </a:srgbClr>
            </a:solidFill>
            <a:prstDash val="solid"/>
          </a:ln>
        </p:spPr>
      </p:sp>
      <p:sp>
        <p:nvSpPr>
          <p:cNvPr id="3" name="Text 1"/>
          <p:cNvSpPr/>
          <p:nvPr/>
        </p:nvSpPr>
        <p:spPr>
          <a:xfrm>
            <a:off x="512064" y="256032"/>
            <a:ext cx="5669280" cy="310896"/>
          </a:xfrm>
          <a:prstGeom prst="rect">
            <a:avLst/>
          </a:prstGeom>
          <a:noFill/>
          <a:ln/>
        </p:spPr>
        <p:txBody>
          <a:bodyPr wrap="square" lIns="1143" tIns="1143" rIns="1143" bIns="1143" rtlCol="0" anchor="ctr">
            <a:normAutofit/>
          </a:bodyPr>
          <a:lstStyle/>
          <a:p>
            <a:pPr rtl="1" algn="l" indent="0" marL="0">
              <a:buNone/>
            </a:pPr>
            <a:r>
              <a:rPr lang="en-US" sz="1200" b="1" dirty="0">
                <a:solidFill>
                  <a:srgbClr val="66758C"/>
                </a:solidFill>
                <a:latin typeface="Arial" pitchFamily="34" charset="0"/>
                <a:ea typeface="Arial" pitchFamily="34" charset="-122"/>
                <a:cs typeface="Arial" pitchFamily="34" charset="-120"/>
              </a:rPr>
              <a:t>قوم وابنِ  |  الإيجابية المسيحية</a:t>
            </a:r>
            <a:endParaRPr lang="en-US" sz="1200" dirty="0"/>
          </a:p>
        </p:txBody>
      </p:sp>
      <p:sp>
        <p:nvSpPr>
          <p:cNvPr id="4" name="Shape 2"/>
          <p:cNvSpPr/>
          <p:nvPr/>
        </p:nvSpPr>
        <p:spPr>
          <a:xfrm>
            <a:off x="10607040" y="320040"/>
            <a:ext cx="1024128" cy="393192"/>
          </a:xfrm>
          <a:prstGeom prst="roundRect">
            <a:avLst>
              <a:gd name="adj" fmla="val 30233"/>
            </a:avLst>
          </a:prstGeom>
          <a:solidFill>
            <a:srgbClr val="111D34"/>
          </a:solidFill>
          <a:ln w="12700">
            <a:solidFill>
              <a:srgbClr val="111D34">
                <a:alpha val="0"/>
              </a:srgbClr>
            </a:solidFill>
            <a:prstDash val="solid"/>
          </a:ln>
        </p:spPr>
      </p:sp>
      <p:sp>
        <p:nvSpPr>
          <p:cNvPr id="5" name="Text 3"/>
          <p:cNvSpPr/>
          <p:nvPr/>
        </p:nvSpPr>
        <p:spPr>
          <a:xfrm>
            <a:off x="10835640" y="365760"/>
            <a:ext cx="594360" cy="265176"/>
          </a:xfrm>
          <a:prstGeom prst="rect">
            <a:avLst/>
          </a:prstGeom>
          <a:noFill/>
          <a:ln/>
        </p:spPr>
        <p:txBody>
          <a:bodyPr wrap="square" lIns="1143" tIns="1143" rIns="1143" bIns="1143" rtlCol="0" anchor="ctr">
            <a:normAutofit/>
          </a:bodyPr>
          <a:lstStyle/>
          <a:p>
            <a:pPr rtl="1" algn="ctr" indent="0" marL="0">
              <a:buNone/>
            </a:pPr>
            <a:r>
              <a:rPr lang="en-US" sz="1200" b="1" dirty="0">
                <a:solidFill>
                  <a:srgbClr val="FFFFFF"/>
                </a:solidFill>
                <a:latin typeface="Arial" pitchFamily="34" charset="0"/>
                <a:ea typeface="Arial" pitchFamily="34" charset="-122"/>
                <a:cs typeface="Arial" pitchFamily="34" charset="-120"/>
              </a:rPr>
              <a:t>15</a:t>
            </a:r>
            <a:endParaRPr lang="en-US" sz="1200" dirty="0"/>
          </a:p>
        </p:txBody>
      </p:sp>
      <p:sp>
        <p:nvSpPr>
          <p:cNvPr id="6" name="Text 4"/>
          <p:cNvSpPr/>
          <p:nvPr/>
        </p:nvSpPr>
        <p:spPr>
          <a:xfrm>
            <a:off x="5623560" y="1078992"/>
            <a:ext cx="5888736" cy="731520"/>
          </a:xfrm>
          <a:prstGeom prst="rect">
            <a:avLst/>
          </a:prstGeom>
          <a:noFill/>
          <a:ln/>
        </p:spPr>
        <p:txBody>
          <a:bodyPr wrap="square" lIns="1143" tIns="1143" rIns="1143" bIns="1143" rtlCol="0" anchor="ctr">
            <a:normAutofit/>
          </a:bodyPr>
          <a:lstStyle/>
          <a:p>
            <a:pPr rtl="1" algn="r" indent="0" marL="0">
              <a:buNone/>
            </a:pPr>
            <a:r>
              <a:rPr lang="en-US" sz="3400" b="1" dirty="0">
                <a:solidFill>
                  <a:srgbClr val="182944"/>
                </a:solidFill>
                <a:latin typeface="Arial" pitchFamily="34" charset="0"/>
                <a:ea typeface="Arial" pitchFamily="34" charset="-122"/>
                <a:cs typeface="Arial" pitchFamily="34" charset="-120"/>
              </a:rPr>
              <a:t>مراجع الخادم</a:t>
            </a:r>
            <a:endParaRPr lang="en-US" sz="3400" dirty="0"/>
          </a:p>
        </p:txBody>
      </p:sp>
      <p:sp>
        <p:nvSpPr>
          <p:cNvPr id="7" name="Shape 5"/>
          <p:cNvSpPr/>
          <p:nvPr/>
        </p:nvSpPr>
        <p:spPr>
          <a:xfrm>
            <a:off x="502920" y="1371600"/>
            <a:ext cx="4846320" cy="4526280"/>
          </a:xfrm>
          <a:prstGeom prst="roundRect">
            <a:avLst>
              <a:gd name="adj" fmla="val 7071"/>
            </a:avLst>
          </a:prstGeom>
          <a:solidFill>
            <a:srgbClr val="DDECF6"/>
          </a:solidFill>
          <a:ln w="12700">
            <a:solidFill>
              <a:srgbClr val="DDECF6">
                <a:alpha val="0"/>
              </a:srgbClr>
            </a:solidFill>
            <a:prstDash val="solid"/>
          </a:ln>
        </p:spPr>
      </p:sp>
      <p:sp>
        <p:nvSpPr>
          <p:cNvPr id="8" name="Shape 6"/>
          <p:cNvSpPr/>
          <p:nvPr/>
        </p:nvSpPr>
        <p:spPr>
          <a:xfrm>
            <a:off x="3474720" y="1874520"/>
            <a:ext cx="1051560" cy="1051560"/>
          </a:xfrm>
          <a:prstGeom prst="ellipse">
            <a:avLst/>
          </a:prstGeom>
          <a:solidFill>
            <a:srgbClr val="C7E0EE"/>
          </a:solidFill>
          <a:ln w="12700">
            <a:solidFill>
              <a:srgbClr val="C7E0EE">
                <a:alpha val="0"/>
              </a:srgbClr>
            </a:solidFill>
            <a:prstDash val="solid"/>
          </a:ln>
        </p:spPr>
      </p:sp>
      <p:sp>
        <p:nvSpPr>
          <p:cNvPr id="9" name="Shape 7"/>
          <p:cNvSpPr/>
          <p:nvPr/>
        </p:nvSpPr>
        <p:spPr>
          <a:xfrm>
            <a:off x="1828800" y="2194560"/>
            <a:ext cx="1645920" cy="1645920"/>
          </a:xfrm>
          <a:prstGeom prst="ellipse">
            <a:avLst/>
          </a:prstGeom>
          <a:solidFill>
            <a:srgbClr val="FEA942"/>
          </a:solidFill>
          <a:ln w="12700">
            <a:solidFill>
              <a:srgbClr val="FEA942">
                <a:alpha val="0"/>
              </a:srgbClr>
            </a:solidFill>
            <a:prstDash val="solid"/>
          </a:ln>
        </p:spPr>
      </p:sp>
      <p:sp>
        <p:nvSpPr>
          <p:cNvPr id="10" name="Shape 8"/>
          <p:cNvSpPr/>
          <p:nvPr/>
        </p:nvSpPr>
        <p:spPr>
          <a:xfrm>
            <a:off x="2304288" y="2670048"/>
            <a:ext cx="658368" cy="658368"/>
          </a:xfrm>
          <a:prstGeom prst="ellipse">
            <a:avLst/>
          </a:prstGeom>
          <a:solidFill>
            <a:srgbClr val="FFF8EC"/>
          </a:solidFill>
          <a:ln w="12700">
            <a:solidFill>
              <a:srgbClr val="FFF8EC">
                <a:alpha val="0"/>
              </a:srgbClr>
            </a:solidFill>
            <a:prstDash val="solid"/>
          </a:ln>
        </p:spPr>
      </p:sp>
      <p:sp>
        <p:nvSpPr>
          <p:cNvPr id="11" name="Shape 9"/>
          <p:cNvSpPr/>
          <p:nvPr/>
        </p:nvSpPr>
        <p:spPr>
          <a:xfrm>
            <a:off x="3420770" y="2834640"/>
            <a:ext cx="502920" cy="502920"/>
          </a:xfrm>
          <a:prstGeom prst="ellipse">
            <a:avLst/>
          </a:prstGeom>
          <a:solidFill>
            <a:srgbClr val="F0C9A8"/>
          </a:solidFill>
          <a:ln w="12700">
            <a:solidFill>
              <a:srgbClr val="F0C9A8">
                <a:alpha val="0"/>
              </a:srgbClr>
            </a:solidFill>
            <a:prstDash val="solid"/>
          </a:ln>
        </p:spPr>
      </p:sp>
      <p:sp>
        <p:nvSpPr>
          <p:cNvPr id="12" name="Shape 10"/>
          <p:cNvSpPr/>
          <p:nvPr/>
        </p:nvSpPr>
        <p:spPr>
          <a:xfrm>
            <a:off x="3290011" y="3367735"/>
            <a:ext cx="754380" cy="865022"/>
          </a:xfrm>
          <a:prstGeom prst="roundRect">
            <a:avLst>
              <a:gd name="adj" fmla="val 19394"/>
            </a:avLst>
          </a:prstGeom>
          <a:solidFill>
            <a:srgbClr val="111D34"/>
          </a:solidFill>
          <a:ln w="12700">
            <a:solidFill>
              <a:srgbClr val="111D34">
                <a:alpha val="0"/>
              </a:srgbClr>
            </a:solidFill>
            <a:prstDash val="solid"/>
          </a:ln>
        </p:spPr>
      </p:sp>
      <p:sp>
        <p:nvSpPr>
          <p:cNvPr id="13" name="Shape 11"/>
          <p:cNvSpPr/>
          <p:nvPr/>
        </p:nvSpPr>
        <p:spPr>
          <a:xfrm>
            <a:off x="3430829" y="4192524"/>
            <a:ext cx="-120701" cy="603504"/>
          </a:xfrm>
          <a:prstGeom prst="line">
            <a:avLst/>
          </a:prstGeom>
          <a:noFill/>
          <a:ln w="125730">
            <a:solidFill>
              <a:srgbClr val="182944"/>
            </a:solidFill>
            <a:prstDash val="solid"/>
            <a:headEnd type="none"/>
          </a:ln>
        </p:spPr>
      </p:sp>
      <p:sp>
        <p:nvSpPr>
          <p:cNvPr id="14" name="Shape 12"/>
          <p:cNvSpPr/>
          <p:nvPr/>
        </p:nvSpPr>
        <p:spPr>
          <a:xfrm>
            <a:off x="3903574" y="4192524"/>
            <a:ext cx="150876" cy="603504"/>
          </a:xfrm>
          <a:prstGeom prst="line">
            <a:avLst/>
          </a:prstGeom>
          <a:noFill/>
          <a:ln w="125730">
            <a:solidFill>
              <a:srgbClr val="182944"/>
            </a:solidFill>
            <a:prstDash val="solid"/>
            <a:headEnd type="none"/>
          </a:ln>
        </p:spPr>
      </p:sp>
      <p:sp>
        <p:nvSpPr>
          <p:cNvPr id="15" name="Shape 13"/>
          <p:cNvSpPr/>
          <p:nvPr/>
        </p:nvSpPr>
        <p:spPr>
          <a:xfrm>
            <a:off x="3310128" y="3518611"/>
            <a:ext cx="-382219" cy="422453"/>
          </a:xfrm>
          <a:prstGeom prst="line">
            <a:avLst/>
          </a:prstGeom>
          <a:noFill/>
          <a:ln w="111760">
            <a:solidFill>
              <a:srgbClr val="F0C9A8"/>
            </a:solidFill>
            <a:prstDash val="solid"/>
            <a:headEnd type="none"/>
          </a:ln>
        </p:spPr>
      </p:sp>
      <p:sp>
        <p:nvSpPr>
          <p:cNvPr id="16" name="Shape 14"/>
          <p:cNvSpPr/>
          <p:nvPr/>
        </p:nvSpPr>
        <p:spPr>
          <a:xfrm>
            <a:off x="4044391" y="3518611"/>
            <a:ext cx="291694" cy="-281635"/>
          </a:xfrm>
          <a:prstGeom prst="line">
            <a:avLst/>
          </a:prstGeom>
          <a:noFill/>
          <a:ln w="111760">
            <a:solidFill>
              <a:srgbClr val="F0C9A8"/>
            </a:solidFill>
            <a:prstDash val="solid"/>
            <a:headEnd type="none"/>
          </a:ln>
        </p:spPr>
      </p:sp>
      <p:sp>
        <p:nvSpPr>
          <p:cNvPr id="17" name="Text 15"/>
          <p:cNvSpPr/>
          <p:nvPr/>
        </p:nvSpPr>
        <p:spPr>
          <a:xfrm>
            <a:off x="5760720" y="1975104"/>
            <a:ext cx="5550408" cy="603504"/>
          </a:xfrm>
          <a:prstGeom prst="rect">
            <a:avLst/>
          </a:prstGeom>
          <a:noFill/>
          <a:ln/>
        </p:spPr>
        <p:txBody>
          <a:bodyPr wrap="square" lIns="1143" tIns="1143" rIns="1143" bIns="1143" rtlCol="0" anchor="ctr">
            <a:normAutofit/>
          </a:bodyPr>
          <a:lstStyle/>
          <a:p>
            <a:pPr rtl="1" algn="r" indent="0" marL="0">
              <a:buNone/>
            </a:pPr>
            <a:r>
              <a:rPr lang="en-US" sz="2500" b="1" dirty="0">
                <a:solidFill>
                  <a:srgbClr val="111D34"/>
                </a:solidFill>
                <a:latin typeface="Arial" pitchFamily="34" charset="0"/>
                <a:ea typeface="Arial" pitchFamily="34" charset="-122"/>
                <a:cs typeface="Arial" pitchFamily="34" charset="-120"/>
              </a:rPr>
              <a:t>نصوص للرجوع قبل الإلقاء</a:t>
            </a:r>
            <a:endParaRPr lang="en-US" sz="2500" dirty="0"/>
          </a:p>
        </p:txBody>
      </p:sp>
      <p:sp>
        <p:nvSpPr>
          <p:cNvPr id="18" name="Shape 16"/>
          <p:cNvSpPr/>
          <p:nvPr/>
        </p:nvSpPr>
        <p:spPr>
          <a:xfrm>
            <a:off x="5925312" y="2761488"/>
            <a:ext cx="5358384" cy="612648"/>
          </a:xfrm>
          <a:prstGeom prst="roundRect">
            <a:avLst>
              <a:gd name="adj" fmla="val 23881"/>
            </a:avLst>
          </a:prstGeom>
          <a:solidFill>
            <a:srgbClr val="F5EBD9"/>
          </a:solidFill>
          <a:ln w="12700">
            <a:solidFill>
              <a:srgbClr val="F5EBD9">
                <a:alpha val="0"/>
              </a:srgbClr>
            </a:solidFill>
            <a:prstDash val="solid"/>
          </a:ln>
        </p:spPr>
      </p:sp>
      <p:sp>
        <p:nvSpPr>
          <p:cNvPr id="19" name="Text 17"/>
          <p:cNvSpPr/>
          <p:nvPr/>
        </p:nvSpPr>
        <p:spPr>
          <a:xfrm>
            <a:off x="6099048" y="2834640"/>
            <a:ext cx="4910328" cy="420624"/>
          </a:xfrm>
          <a:prstGeom prst="rect">
            <a:avLst/>
          </a:prstGeom>
          <a:noFill/>
          <a:ln/>
        </p:spPr>
        <p:txBody>
          <a:bodyPr wrap="square" lIns="1143" tIns="1143" rIns="1143" bIns="1143" rtlCol="0" anchor="ctr">
            <a:normAutofit/>
          </a:bodyPr>
          <a:lstStyle/>
          <a:p>
            <a:pPr rtl="1" algn="r" indent="0" marL="0">
              <a:buNone/>
            </a:pPr>
            <a:r>
              <a:rPr lang="en-US" sz="1900" b="1" dirty="0">
                <a:solidFill>
                  <a:srgbClr val="182944"/>
                </a:solidFill>
                <a:latin typeface="Arial" pitchFamily="34" charset="0"/>
                <a:ea typeface="Arial" pitchFamily="34" charset="-122"/>
                <a:cs typeface="Arial" pitchFamily="34" charset="-120"/>
              </a:rPr>
              <a:t>نحميا 1–2، 4 | نموذج المبادرة</a:t>
            </a:r>
            <a:endParaRPr lang="en-US" sz="1900" dirty="0"/>
          </a:p>
        </p:txBody>
      </p:sp>
      <p:sp>
        <p:nvSpPr>
          <p:cNvPr id="20" name="Shape 18"/>
          <p:cNvSpPr/>
          <p:nvPr/>
        </p:nvSpPr>
        <p:spPr>
          <a:xfrm>
            <a:off x="5925312" y="3511296"/>
            <a:ext cx="5358384" cy="612648"/>
          </a:xfrm>
          <a:prstGeom prst="roundRect">
            <a:avLst>
              <a:gd name="adj" fmla="val 23881"/>
            </a:avLst>
          </a:prstGeom>
          <a:solidFill>
            <a:srgbClr val="FFFFFF"/>
          </a:solidFill>
          <a:ln w="12700">
            <a:solidFill>
              <a:srgbClr val="FFFFFF">
                <a:alpha val="0"/>
              </a:srgbClr>
            </a:solidFill>
            <a:prstDash val="solid"/>
          </a:ln>
        </p:spPr>
      </p:sp>
      <p:sp>
        <p:nvSpPr>
          <p:cNvPr id="21" name="Text 19"/>
          <p:cNvSpPr/>
          <p:nvPr/>
        </p:nvSpPr>
        <p:spPr>
          <a:xfrm>
            <a:off x="6099048" y="3584448"/>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يعقوب 2:14–18 | الإيمان العامل</a:t>
            </a:r>
            <a:endParaRPr lang="en-US" sz="1900" dirty="0"/>
          </a:p>
        </p:txBody>
      </p:sp>
      <p:sp>
        <p:nvSpPr>
          <p:cNvPr id="22" name="Shape 20"/>
          <p:cNvSpPr/>
          <p:nvPr/>
        </p:nvSpPr>
        <p:spPr>
          <a:xfrm>
            <a:off x="5925312" y="4261104"/>
            <a:ext cx="5358384" cy="612648"/>
          </a:xfrm>
          <a:prstGeom prst="roundRect">
            <a:avLst>
              <a:gd name="adj" fmla="val 23881"/>
            </a:avLst>
          </a:prstGeom>
          <a:solidFill>
            <a:srgbClr val="F5EBD9"/>
          </a:solidFill>
          <a:ln w="12700">
            <a:solidFill>
              <a:srgbClr val="F5EBD9">
                <a:alpha val="0"/>
              </a:srgbClr>
            </a:solidFill>
            <a:prstDash val="solid"/>
          </a:ln>
        </p:spPr>
      </p:sp>
      <p:sp>
        <p:nvSpPr>
          <p:cNvPr id="23" name="Text 21"/>
          <p:cNvSpPr/>
          <p:nvPr/>
        </p:nvSpPr>
        <p:spPr>
          <a:xfrm>
            <a:off x="6099048" y="4334256"/>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متى 5:14–16 | نور العالم</a:t>
            </a:r>
            <a:endParaRPr lang="en-US" sz="1900" dirty="0"/>
          </a:p>
        </p:txBody>
      </p:sp>
      <p:sp>
        <p:nvSpPr>
          <p:cNvPr id="24" name="Shape 22"/>
          <p:cNvSpPr/>
          <p:nvPr/>
        </p:nvSpPr>
        <p:spPr>
          <a:xfrm>
            <a:off x="5925312" y="5010912"/>
            <a:ext cx="5358384" cy="612648"/>
          </a:xfrm>
          <a:prstGeom prst="roundRect">
            <a:avLst>
              <a:gd name="adj" fmla="val 23881"/>
            </a:avLst>
          </a:prstGeom>
          <a:solidFill>
            <a:srgbClr val="FFFFFF"/>
          </a:solidFill>
          <a:ln w="12700">
            <a:solidFill>
              <a:srgbClr val="FFFFFF">
                <a:alpha val="0"/>
              </a:srgbClr>
            </a:solidFill>
            <a:prstDash val="solid"/>
          </a:ln>
        </p:spPr>
      </p:sp>
      <p:sp>
        <p:nvSpPr>
          <p:cNvPr id="25" name="Text 23"/>
          <p:cNvSpPr/>
          <p:nvPr/>
        </p:nvSpPr>
        <p:spPr>
          <a:xfrm>
            <a:off x="6099048" y="5084064"/>
            <a:ext cx="4910328" cy="420624"/>
          </a:xfrm>
          <a:prstGeom prst="rect">
            <a:avLst/>
          </a:prstGeom>
          <a:noFill/>
          <a:ln/>
        </p:spPr>
        <p:txBody>
          <a:bodyPr wrap="square" lIns="1143" tIns="1143" rIns="1143" bIns="1143" rtlCol="0" anchor="ctr">
            <a:normAutofit/>
          </a:bodyPr>
          <a:lstStyle/>
          <a:p>
            <a:pPr rtl="1" algn="r" indent="0" marL="0">
              <a:buNone/>
            </a:pPr>
            <a:r>
              <a:rPr lang="en-US" sz="1900" dirty="0">
                <a:solidFill>
                  <a:srgbClr val="182944"/>
                </a:solidFill>
                <a:latin typeface="Arial" pitchFamily="34" charset="0"/>
                <a:ea typeface="Arial" pitchFamily="34" charset="-122"/>
                <a:cs typeface="Arial" pitchFamily="34" charset="-120"/>
              </a:rPr>
              <a:t>أفسس 2:8–10 | النعمة والأعمال</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قوم وابنِ | الإيجابية المسيحية</dc:title>
  <dc:subject>الإيجابية: قوم وابنِ</dc:subject>
  <dc:creator>Learning Design | Coptic Orthodox Preparatory</dc:creator>
  <cp:lastModifiedBy>Learning Design | Coptic Orthodox Preparatory</cp:lastModifiedBy>
  <cp:revision>1</cp:revision>
  <dcterms:created xsi:type="dcterms:W3CDTF">2026-10-15T20:13:16Z</dcterms:created>
  <dcterms:modified xsi:type="dcterms:W3CDTF">2026-10-15T20:13:16Z</dcterms:modified>
</cp:coreProperties>
</file>